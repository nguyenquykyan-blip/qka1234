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370DE76-B842-4F9F-9710-23DC74627160}">
          <p14:sldIdLst>
            <p14:sldId id="256"/>
            <p14:sldId id="257"/>
            <p14:sldId id="258"/>
            <p14:sldId id="259"/>
            <p14:sldId id="260"/>
          </p14:sldIdLst>
        </p14:section>
        <p14:section name="Untitled Section" id="{52E07764-4855-4F98-BC1A-A97ADFA265D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18T05:37:16.383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19/03/2026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1016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19/03/2026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29539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19/03/2026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015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19/03/2026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0809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19/03/2026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5776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19/03/2026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44126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19/03/2026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4479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19/03/2026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113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19/03/2026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7910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19/03/2026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85665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19/03/2026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438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2000" contrast="11000"/>
                    </a14:imgEffect>
                  </a14:imgLayer>
                </a14:imgProps>
              </a:ext>
            </a:extLst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07CC3-8EEE-4A8F-B80E-50A5B96677CB}" type="datetimeFigureOut">
              <a:rPr lang="vi-VN" smtClean="0"/>
              <a:t>19/03/2026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0087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65388" y="290944"/>
            <a:ext cx="6885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THÔNG TIN THÀNH VIÊN NHÓM</a:t>
            </a:r>
            <a:endParaRPr lang="vi-V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388" y="2079522"/>
            <a:ext cx="3853006" cy="10364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92035" y="1456068"/>
            <a:ext cx="591589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/>
              <a:t>Nguyễn Quý Kỳ An </a:t>
            </a:r>
          </a:p>
          <a:p>
            <a:r>
              <a:rPr lang="vi-VN" sz="2800" dirty="0" smtClean="0"/>
              <a:t>- Lớp:12A1</a:t>
            </a:r>
          </a:p>
          <a:p>
            <a:pPr marL="285750" indent="-285750">
              <a:buFontTx/>
              <a:buChar char="-"/>
            </a:pPr>
            <a:r>
              <a:rPr lang="vi-VN" sz="2800" dirty="0" smtClean="0"/>
              <a:t>Ngày sinh:22/02/2008</a:t>
            </a:r>
          </a:p>
          <a:p>
            <a:pPr marL="285750" indent="-285750">
              <a:buFontTx/>
              <a:buChar char="-"/>
            </a:pPr>
            <a:r>
              <a:rPr lang="vi-VN" sz="2800" dirty="0" smtClean="0"/>
              <a:t>Quê quán: Hà Tây</a:t>
            </a:r>
          </a:p>
          <a:p>
            <a:r>
              <a:rPr lang="vi-VN" sz="2800" dirty="0" smtClean="0"/>
              <a:t>Lê </a:t>
            </a:r>
            <a:r>
              <a:rPr lang="vi-VN" sz="2800" dirty="0" smtClean="0"/>
              <a:t>Đức An</a:t>
            </a:r>
          </a:p>
          <a:p>
            <a:r>
              <a:rPr lang="vi-VN" sz="2800" dirty="0"/>
              <a:t>- </a:t>
            </a:r>
            <a:r>
              <a:rPr lang="vi-VN" sz="2800" dirty="0" smtClean="0"/>
              <a:t>Lớp:12A1</a:t>
            </a:r>
          </a:p>
          <a:p>
            <a:pPr marL="285750" indent="-285750">
              <a:buFontTx/>
              <a:buChar char="-"/>
            </a:pPr>
            <a:r>
              <a:rPr lang="vi-VN" sz="2800" dirty="0" smtClean="0"/>
              <a:t>Ngày Sinh:05/09/2008</a:t>
            </a:r>
          </a:p>
          <a:p>
            <a:pPr marL="285750" indent="-285750">
              <a:buFontTx/>
              <a:buChar char="-"/>
            </a:pPr>
            <a:r>
              <a:rPr lang="vi-VN" sz="2800" dirty="0" smtClean="0"/>
              <a:t>Quê Quán: Hà Nội </a:t>
            </a:r>
            <a:endParaRPr lang="vi-V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973" y="1456068"/>
            <a:ext cx="3432464" cy="343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5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072" y="124691"/>
            <a:ext cx="11817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 CHIA CÔNG VIỆC VÀ KẾ HOẠCH TRIỂN KHAI DỰ ÁN</a:t>
            </a:r>
            <a:endParaRPr lang="vi-V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90255" y="1925781"/>
            <a:ext cx="3851564" cy="103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dirty="0"/>
          </a:p>
        </p:txBody>
      </p:sp>
      <p:sp>
        <p:nvSpPr>
          <p:cNvPr id="5" name="TextBox 4"/>
          <p:cNvSpPr txBox="1"/>
          <p:nvPr/>
        </p:nvSpPr>
        <p:spPr>
          <a:xfrm>
            <a:off x="1814945" y="1925782"/>
            <a:ext cx="3851564" cy="103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dirty="0"/>
          </a:p>
        </p:txBody>
      </p:sp>
      <p:sp>
        <p:nvSpPr>
          <p:cNvPr id="6" name="TextBox 5"/>
          <p:cNvSpPr txBox="1"/>
          <p:nvPr/>
        </p:nvSpPr>
        <p:spPr>
          <a:xfrm>
            <a:off x="1967345" y="2078182"/>
            <a:ext cx="3851564" cy="103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dirty="0"/>
          </a:p>
        </p:txBody>
      </p:sp>
      <p:sp>
        <p:nvSpPr>
          <p:cNvPr id="8" name="TextBox 7"/>
          <p:cNvSpPr txBox="1"/>
          <p:nvPr/>
        </p:nvSpPr>
        <p:spPr>
          <a:xfrm>
            <a:off x="1967345" y="916670"/>
            <a:ext cx="80910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Thành</a:t>
            </a:r>
            <a:r>
              <a:rPr lang="en-US" sz="2800" dirty="0" smtClean="0"/>
              <a:t> </a:t>
            </a:r>
            <a:r>
              <a:rPr lang="en-US" sz="2800" dirty="0" err="1" smtClean="0"/>
              <a:t>Viên</a:t>
            </a:r>
            <a:r>
              <a:rPr lang="en-US" sz="2800" dirty="0" smtClean="0"/>
              <a:t>:</a:t>
            </a:r>
          </a:p>
          <a:p>
            <a:pPr marL="285750" indent="-285750">
              <a:buFontTx/>
              <a:buChar char="-"/>
            </a:pPr>
            <a:r>
              <a:rPr lang="vi-VN" sz="2800" dirty="0" smtClean="0"/>
              <a:t>Lê </a:t>
            </a:r>
            <a:r>
              <a:rPr lang="en-US" sz="2800" dirty="0" err="1" smtClean="0"/>
              <a:t>Đức</a:t>
            </a:r>
            <a:r>
              <a:rPr lang="en-US" sz="2800" dirty="0" smtClean="0"/>
              <a:t> An-</a:t>
            </a:r>
            <a:r>
              <a:rPr lang="en-US" sz="2800" dirty="0" err="1" smtClean="0"/>
              <a:t>12A1</a:t>
            </a:r>
            <a:r>
              <a:rPr lang="en-US" sz="2800" dirty="0" smtClean="0"/>
              <a:t> : </a:t>
            </a:r>
            <a:r>
              <a:rPr lang="en-US" sz="2800" dirty="0" err="1" smtClean="0"/>
              <a:t>Viết</a:t>
            </a:r>
            <a:r>
              <a:rPr lang="en-US" sz="2800" dirty="0" smtClean="0"/>
              <a:t> </a:t>
            </a:r>
            <a:r>
              <a:rPr lang="en-US" sz="2800" dirty="0"/>
              <a:t>code </a:t>
            </a:r>
            <a:r>
              <a:rPr lang="en-US" sz="2800" dirty="0" err="1" smtClean="0"/>
              <a:t>cho</a:t>
            </a:r>
            <a:r>
              <a:rPr lang="en-US" sz="2800" dirty="0" smtClean="0"/>
              <a:t> website </a:t>
            </a:r>
            <a:r>
              <a:rPr lang="en-US" sz="2800" dirty="0" err="1"/>
              <a:t>báo</a:t>
            </a:r>
            <a:r>
              <a:rPr lang="en-US" sz="2800" dirty="0"/>
              <a:t> </a:t>
            </a:r>
            <a:r>
              <a:rPr lang="en-US" sz="2800" dirty="0" err="1"/>
              <a:t>tường</a:t>
            </a:r>
            <a:r>
              <a:rPr lang="en-US" sz="2800" dirty="0"/>
              <a:t> </a:t>
            </a:r>
            <a:endParaRPr lang="en-US" sz="2800" dirty="0" smtClean="0"/>
          </a:p>
          <a:p>
            <a:pPr marL="285750" indent="-285750">
              <a:buFontTx/>
              <a:buChar char="-"/>
            </a:pPr>
            <a:r>
              <a:rPr lang="en-US" sz="2800" dirty="0" err="1" smtClean="0"/>
              <a:t>Nguyễn</a:t>
            </a:r>
            <a:r>
              <a:rPr lang="en-US" sz="2800" dirty="0" smtClean="0"/>
              <a:t> </a:t>
            </a:r>
            <a:r>
              <a:rPr lang="en-US" sz="2800" dirty="0" err="1" smtClean="0"/>
              <a:t>Quý</a:t>
            </a:r>
            <a:r>
              <a:rPr lang="en-US" sz="2800" dirty="0" smtClean="0"/>
              <a:t> </a:t>
            </a:r>
            <a:r>
              <a:rPr lang="en-US" sz="2800" dirty="0" err="1" smtClean="0"/>
              <a:t>Kỳ</a:t>
            </a:r>
            <a:r>
              <a:rPr lang="en-US" sz="2800" dirty="0" smtClean="0"/>
              <a:t> An-</a:t>
            </a:r>
            <a:r>
              <a:rPr lang="en-US" sz="2800" dirty="0" err="1" smtClean="0"/>
              <a:t>12A1</a:t>
            </a:r>
            <a:r>
              <a:rPr lang="en-US" sz="2800" dirty="0"/>
              <a:t> </a:t>
            </a:r>
            <a:r>
              <a:rPr lang="en-US" sz="2800" dirty="0" smtClean="0"/>
              <a:t>: </a:t>
            </a:r>
            <a:r>
              <a:rPr lang="en-US" sz="2800" dirty="0" err="1" smtClean="0"/>
              <a:t>Làm</a:t>
            </a:r>
            <a:r>
              <a:rPr lang="en-US" sz="2800" dirty="0" smtClean="0"/>
              <a:t> </a:t>
            </a:r>
            <a:r>
              <a:rPr lang="en-US" sz="2800" dirty="0" err="1" smtClean="0"/>
              <a:t>và</a:t>
            </a:r>
            <a:r>
              <a:rPr lang="en-US" sz="2800" dirty="0" smtClean="0"/>
              <a:t> </a:t>
            </a:r>
            <a:r>
              <a:rPr lang="en-US" sz="2800" dirty="0" err="1" smtClean="0"/>
              <a:t>chỉnh</a:t>
            </a:r>
            <a:r>
              <a:rPr lang="en-US" sz="2800" dirty="0" smtClean="0"/>
              <a:t> </a:t>
            </a:r>
            <a:r>
              <a:rPr lang="en-US" sz="2800" dirty="0" err="1"/>
              <a:t>sửa</a:t>
            </a:r>
            <a:r>
              <a:rPr lang="en-US" sz="2800" dirty="0"/>
              <a:t> slide </a:t>
            </a:r>
            <a:r>
              <a:rPr lang="en-US" sz="2800" dirty="0" err="1"/>
              <a:t>báo</a:t>
            </a:r>
            <a:r>
              <a:rPr lang="en-US" sz="2800" dirty="0"/>
              <a:t> </a:t>
            </a:r>
            <a:r>
              <a:rPr lang="en-US" sz="2800" dirty="0" err="1"/>
              <a:t>cáo</a:t>
            </a:r>
            <a:endParaRPr lang="en-US" sz="2800" dirty="0"/>
          </a:p>
          <a:p>
            <a:pPr marL="285750" indent="-285750">
              <a:buFontTx/>
              <a:buChar char="-"/>
            </a:pPr>
            <a:r>
              <a:rPr lang="en-US" sz="2800" dirty="0" err="1"/>
              <a:t>Kế</a:t>
            </a:r>
            <a:r>
              <a:rPr lang="en-US" sz="2800" dirty="0"/>
              <a:t> </a:t>
            </a:r>
            <a:r>
              <a:rPr lang="en-US" sz="2800" dirty="0" err="1"/>
              <a:t>hoạch</a:t>
            </a:r>
            <a:r>
              <a:rPr lang="en-US" sz="2800" dirty="0"/>
              <a:t>( </a:t>
            </a:r>
            <a:r>
              <a:rPr lang="en-US" sz="2800" dirty="0" err="1"/>
              <a:t>triển</a:t>
            </a:r>
            <a:r>
              <a:rPr lang="en-US" sz="2800" dirty="0"/>
              <a:t> </a:t>
            </a:r>
            <a:r>
              <a:rPr lang="en-US" sz="2800" dirty="0" err="1"/>
              <a:t>khai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smtClean="0"/>
              <a:t>4 </a:t>
            </a:r>
            <a:r>
              <a:rPr lang="en-US" sz="2800" dirty="0" err="1" smtClean="0"/>
              <a:t>ngày</a:t>
            </a:r>
            <a:r>
              <a:rPr lang="en-US" sz="2800" dirty="0" smtClean="0"/>
              <a:t>):</a:t>
            </a:r>
            <a:endParaRPr lang="en-US" sz="2800" dirty="0"/>
          </a:p>
          <a:p>
            <a:pPr marL="285750" indent="-285750">
              <a:buFontTx/>
              <a:buChar char="-"/>
            </a:pPr>
            <a:r>
              <a:rPr lang="en-US" sz="2800" dirty="0" err="1" smtClean="0"/>
              <a:t>Ngày</a:t>
            </a:r>
            <a:r>
              <a:rPr lang="en-US" sz="2800" dirty="0" smtClean="0"/>
              <a:t> </a:t>
            </a:r>
            <a:r>
              <a:rPr lang="en-US" sz="2800" dirty="0"/>
              <a:t>1: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en-US" sz="2800" dirty="0" err="1"/>
              <a:t>chủ</a:t>
            </a:r>
            <a:r>
              <a:rPr lang="en-US" sz="2800" dirty="0"/>
              <a:t> </a:t>
            </a:r>
            <a:r>
              <a:rPr lang="en-US" sz="2800" dirty="0" err="1"/>
              <a:t>đề</a:t>
            </a:r>
            <a:r>
              <a:rPr lang="en-US" sz="2800" dirty="0"/>
              <a:t>, </a:t>
            </a:r>
            <a:r>
              <a:rPr lang="en-US" sz="2800" dirty="0" err="1"/>
              <a:t>lên</a:t>
            </a:r>
            <a:r>
              <a:rPr lang="en-US" sz="2800" dirty="0"/>
              <a:t> ý </a:t>
            </a:r>
            <a:r>
              <a:rPr lang="en-US" sz="2800" dirty="0" err="1"/>
              <a:t>tưởng</a:t>
            </a:r>
            <a:r>
              <a:rPr lang="en-US" sz="2800" dirty="0"/>
              <a:t>, </a:t>
            </a:r>
            <a:r>
              <a:rPr lang="en-US" sz="2800" dirty="0" err="1"/>
              <a:t>phân</a:t>
            </a:r>
            <a:r>
              <a:rPr lang="en-US" sz="2800" dirty="0"/>
              <a:t> chia </a:t>
            </a:r>
            <a:r>
              <a:rPr lang="en-US" sz="2800" dirty="0" err="1"/>
              <a:t>công</a:t>
            </a:r>
            <a:r>
              <a:rPr lang="en-US" sz="2800" dirty="0"/>
              <a:t> </a:t>
            </a:r>
            <a:r>
              <a:rPr lang="en-US" sz="2800" dirty="0" err="1"/>
              <a:t>việc</a:t>
            </a:r>
            <a:endParaRPr lang="en-US" sz="2800" dirty="0"/>
          </a:p>
          <a:p>
            <a:pPr marL="285750" indent="-285750">
              <a:buFontTx/>
              <a:buChar char="-"/>
            </a:pPr>
            <a:r>
              <a:rPr lang="en-US" sz="2800" dirty="0" err="1" smtClean="0"/>
              <a:t>Ngày</a:t>
            </a:r>
            <a:r>
              <a:rPr lang="en-US" sz="2800" dirty="0" smtClean="0"/>
              <a:t> </a:t>
            </a:r>
            <a:r>
              <a:rPr lang="en-US" sz="2800" dirty="0"/>
              <a:t>2,3: </a:t>
            </a:r>
            <a:r>
              <a:rPr lang="en-US" sz="2800" dirty="0" err="1"/>
              <a:t>Viết</a:t>
            </a:r>
            <a:r>
              <a:rPr lang="en-US" sz="2800" dirty="0"/>
              <a:t> code, </a:t>
            </a:r>
            <a:r>
              <a:rPr lang="en-US" sz="2800" dirty="0" err="1"/>
              <a:t>thử</a:t>
            </a:r>
            <a:r>
              <a:rPr lang="en-US" sz="2800" dirty="0"/>
              <a:t>, </a:t>
            </a:r>
            <a:r>
              <a:rPr lang="en-US" sz="2800" dirty="0" err="1"/>
              <a:t>chỉnh</a:t>
            </a:r>
            <a:r>
              <a:rPr lang="en-US" sz="2800" dirty="0"/>
              <a:t> </a:t>
            </a:r>
            <a:r>
              <a:rPr lang="en-US" sz="2800" dirty="0" err="1"/>
              <a:t>sửa</a:t>
            </a:r>
            <a:r>
              <a:rPr lang="en-US" sz="2800" dirty="0"/>
              <a:t>, </a:t>
            </a:r>
            <a:r>
              <a:rPr lang="en-US" sz="2800" dirty="0" err="1"/>
              <a:t>cải</a:t>
            </a:r>
            <a:r>
              <a:rPr lang="en-US" sz="2800" dirty="0"/>
              <a:t> </a:t>
            </a:r>
            <a:r>
              <a:rPr lang="en-US" sz="2800" dirty="0" err="1"/>
              <a:t>thiện</a:t>
            </a:r>
            <a:r>
              <a:rPr lang="en-US" sz="2800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sz="2800" dirty="0" err="1" smtClean="0"/>
              <a:t>Ngày</a:t>
            </a:r>
            <a:r>
              <a:rPr lang="en-US" sz="2800" dirty="0" smtClean="0"/>
              <a:t> </a:t>
            </a:r>
            <a:r>
              <a:rPr lang="en-US" sz="2800" dirty="0"/>
              <a:t>4: </a:t>
            </a:r>
            <a:r>
              <a:rPr lang="en-US" sz="2800" dirty="0" err="1"/>
              <a:t>Làm</a:t>
            </a:r>
            <a:r>
              <a:rPr lang="en-US" sz="2800" dirty="0"/>
              <a:t> </a:t>
            </a:r>
            <a:r>
              <a:rPr lang="en-US" sz="2800" dirty="0" err="1" smtClean="0"/>
              <a:t>và</a:t>
            </a:r>
            <a:r>
              <a:rPr lang="en-US" sz="2800" dirty="0" smtClean="0"/>
              <a:t> </a:t>
            </a:r>
            <a:r>
              <a:rPr lang="en-US" sz="2800" dirty="0" err="1" smtClean="0"/>
              <a:t>chỉnh</a:t>
            </a:r>
            <a:r>
              <a:rPr lang="en-US" sz="2800" dirty="0" smtClean="0"/>
              <a:t> </a:t>
            </a:r>
            <a:r>
              <a:rPr lang="en-US" sz="2800" dirty="0" err="1" smtClean="0"/>
              <a:t>sửa</a:t>
            </a:r>
            <a:r>
              <a:rPr lang="en-US" sz="2800" dirty="0" smtClean="0"/>
              <a:t> slide </a:t>
            </a:r>
            <a:r>
              <a:rPr lang="en-US" sz="2800" dirty="0" err="1"/>
              <a:t>báo</a:t>
            </a:r>
            <a:r>
              <a:rPr lang="en-US" sz="2800" dirty="0"/>
              <a:t> </a:t>
            </a:r>
            <a:r>
              <a:rPr lang="en-US" sz="2800" dirty="0" err="1"/>
              <a:t>cáo</a:t>
            </a:r>
            <a:endParaRPr lang="en-US" sz="2800" dirty="0"/>
          </a:p>
          <a:p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804638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24691"/>
            <a:ext cx="11817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Ý TƯỞNG TỔ CHỨC NỘI DUNG TRANG WEB</a:t>
            </a:r>
            <a:endParaRPr lang="vi-V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627909" y="1470369"/>
            <a:ext cx="52023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 smtClean="0"/>
              <a:t>-</a:t>
            </a:r>
            <a:r>
              <a:rPr lang="en-US" sz="2800" dirty="0" err="1" smtClean="0"/>
              <a:t>Tiêu</a:t>
            </a:r>
            <a:r>
              <a:rPr lang="en-US" sz="2800" dirty="0" smtClean="0"/>
              <a:t> </a:t>
            </a:r>
            <a:r>
              <a:rPr lang="en-US" sz="2800" dirty="0" err="1" smtClean="0"/>
              <a:t>đề:CHÀO</a:t>
            </a:r>
            <a:r>
              <a:rPr lang="en-US" sz="2800" dirty="0" smtClean="0"/>
              <a:t> </a:t>
            </a:r>
            <a:r>
              <a:rPr lang="en-US" sz="2800" dirty="0" err="1" smtClean="0"/>
              <a:t>MỪNG</a:t>
            </a:r>
            <a:r>
              <a:rPr lang="en-US" sz="2800" dirty="0" smtClean="0"/>
              <a:t> </a:t>
            </a:r>
            <a:r>
              <a:rPr lang="en-US" sz="2800" dirty="0" err="1" smtClean="0"/>
              <a:t>NGÀY</a:t>
            </a:r>
            <a:r>
              <a:rPr lang="en-US" sz="2800" dirty="0" smtClean="0"/>
              <a:t> </a:t>
            </a:r>
            <a:r>
              <a:rPr lang="en-US" sz="2800" dirty="0" err="1" smtClean="0"/>
              <a:t>NHÀ</a:t>
            </a:r>
            <a:r>
              <a:rPr lang="en-US" sz="2800" dirty="0" smtClean="0"/>
              <a:t> </a:t>
            </a:r>
            <a:r>
              <a:rPr lang="en-US" sz="2800" dirty="0" err="1" smtClean="0"/>
              <a:t>GIÁO</a:t>
            </a:r>
            <a:r>
              <a:rPr lang="en-US" sz="2800" dirty="0" smtClean="0"/>
              <a:t> </a:t>
            </a:r>
            <a:r>
              <a:rPr lang="en-US" sz="2800" dirty="0" err="1" smtClean="0"/>
              <a:t>VIỆT</a:t>
            </a:r>
            <a:r>
              <a:rPr lang="en-US" sz="2800" dirty="0" smtClean="0"/>
              <a:t> </a:t>
            </a:r>
            <a:r>
              <a:rPr lang="en-US" sz="2800" dirty="0" smtClean="0"/>
              <a:t>NAM 20/11 – </a:t>
            </a:r>
            <a:r>
              <a:rPr lang="en-US" sz="2800" dirty="0" err="1" smtClean="0"/>
              <a:t>Lời</a:t>
            </a:r>
            <a:r>
              <a:rPr lang="en-US" sz="2800" dirty="0" smtClean="0"/>
              <a:t> Tri </a:t>
            </a:r>
            <a:r>
              <a:rPr lang="en-US" sz="2800" dirty="0" err="1" smtClean="0"/>
              <a:t>Ân</a:t>
            </a:r>
            <a:r>
              <a:rPr lang="en-US" sz="2800" dirty="0" smtClean="0"/>
              <a:t> </a:t>
            </a:r>
            <a:r>
              <a:rPr lang="en-US" sz="2800" dirty="0" err="1" smtClean="0"/>
              <a:t>Gửi</a:t>
            </a:r>
            <a:r>
              <a:rPr lang="en-US" sz="2800" dirty="0" smtClean="0"/>
              <a:t> </a:t>
            </a:r>
            <a:r>
              <a:rPr lang="en-US" sz="2800" dirty="0" err="1" smtClean="0"/>
              <a:t>Đến</a:t>
            </a:r>
            <a:r>
              <a:rPr lang="en-US" sz="2800" dirty="0" smtClean="0"/>
              <a:t> </a:t>
            </a:r>
            <a:r>
              <a:rPr lang="en-US" sz="2800" dirty="0" err="1" smtClean="0"/>
              <a:t>Thầy</a:t>
            </a:r>
            <a:r>
              <a:rPr lang="en-US" sz="2800" dirty="0" smtClean="0"/>
              <a:t> </a:t>
            </a:r>
            <a:r>
              <a:rPr lang="en-US" sz="2800" dirty="0" err="1" smtClean="0"/>
              <a:t>Cô</a:t>
            </a:r>
            <a:r>
              <a:rPr lang="en-US" sz="2800" dirty="0" smtClean="0"/>
              <a:t> </a:t>
            </a:r>
            <a:endParaRPr lang="en-US" sz="2800" dirty="0" smtClean="0"/>
          </a:p>
          <a:p>
            <a:pPr algn="l"/>
            <a:r>
              <a:rPr lang="en-US" sz="2800" dirty="0" smtClean="0"/>
              <a:t>-</a:t>
            </a:r>
            <a:r>
              <a:rPr lang="en-US" sz="2800" dirty="0" err="1" smtClean="0"/>
              <a:t>Lời</a:t>
            </a:r>
            <a:r>
              <a:rPr lang="en-US" sz="2800" dirty="0" smtClean="0"/>
              <a:t> </a:t>
            </a:r>
            <a:r>
              <a:rPr lang="en-US" sz="2800" dirty="0" err="1" smtClean="0"/>
              <a:t>chúc</a:t>
            </a:r>
            <a:r>
              <a:rPr lang="en-US" sz="2800" dirty="0"/>
              <a:t> </a:t>
            </a:r>
            <a:r>
              <a:rPr lang="en-US" sz="2800" dirty="0" err="1" smtClean="0"/>
              <a:t>thầy</a:t>
            </a:r>
            <a:r>
              <a:rPr lang="en-US" sz="2800" dirty="0" smtClean="0"/>
              <a:t> </a:t>
            </a:r>
            <a:r>
              <a:rPr lang="en-US" sz="2800" dirty="0" err="1" smtClean="0"/>
              <a:t>cô</a:t>
            </a:r>
            <a:endParaRPr lang="en-US" sz="2800" dirty="0" smtClean="0"/>
          </a:p>
          <a:p>
            <a:pPr algn="l">
              <a:buFontTx/>
              <a:buChar char="-"/>
            </a:pPr>
            <a:r>
              <a:rPr lang="en-US" sz="2800" dirty="0" smtClean="0"/>
              <a:t>Ý </a:t>
            </a:r>
            <a:r>
              <a:rPr lang="en-US" sz="2800" dirty="0" err="1" smtClean="0"/>
              <a:t>nghĩa</a:t>
            </a:r>
            <a:r>
              <a:rPr lang="en-US" sz="2800" dirty="0" smtClean="0"/>
              <a:t> </a:t>
            </a:r>
            <a:r>
              <a:rPr lang="en-US" sz="2800" dirty="0" err="1" smtClean="0"/>
              <a:t>ngày</a:t>
            </a:r>
            <a:r>
              <a:rPr lang="en-US" sz="2800" dirty="0" smtClean="0"/>
              <a:t> 20/11</a:t>
            </a:r>
            <a:endParaRPr lang="en-US" sz="2800" dirty="0" smtClean="0"/>
          </a:p>
          <a:p>
            <a:pPr algn="l">
              <a:buFontTx/>
              <a:buChar char="-"/>
            </a:pP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bài</a:t>
            </a:r>
            <a:r>
              <a:rPr lang="en-US" sz="2800" dirty="0" smtClean="0"/>
              <a:t> </a:t>
            </a:r>
            <a:r>
              <a:rPr lang="en-US" sz="2800" dirty="0" err="1" smtClean="0"/>
              <a:t>viết</a:t>
            </a:r>
            <a:r>
              <a:rPr lang="en-US" sz="2800" dirty="0" smtClean="0"/>
              <a:t>: </a:t>
            </a:r>
            <a:r>
              <a:rPr lang="en-US" sz="2800" dirty="0" err="1" smtClean="0"/>
              <a:t>góc</a:t>
            </a:r>
            <a:r>
              <a:rPr lang="en-US" sz="2800" dirty="0" smtClean="0"/>
              <a:t> </a:t>
            </a:r>
            <a:r>
              <a:rPr lang="en-US" sz="2800" dirty="0" err="1" smtClean="0"/>
              <a:t>ảnh</a:t>
            </a:r>
            <a:r>
              <a:rPr lang="en-US" sz="2800" dirty="0" smtClean="0"/>
              <a:t>, </a:t>
            </a:r>
            <a:r>
              <a:rPr lang="en-US" sz="2800" dirty="0" err="1" smtClean="0"/>
              <a:t>góc</a:t>
            </a:r>
            <a:r>
              <a:rPr lang="en-US" sz="2800" dirty="0" smtClean="0"/>
              <a:t> </a:t>
            </a:r>
            <a:r>
              <a:rPr lang="en-US" sz="2800" dirty="0" smtClean="0"/>
              <a:t>video </a:t>
            </a:r>
            <a:endParaRPr lang="en-US" sz="2800" dirty="0" smtClean="0"/>
          </a:p>
          <a:p>
            <a:pPr algn="l">
              <a:buFontTx/>
              <a:buChar char="-"/>
            </a:pPr>
            <a:r>
              <a:rPr lang="en-US" sz="2800" dirty="0" err="1" smtClean="0"/>
              <a:t>Phần</a:t>
            </a:r>
            <a:r>
              <a:rPr lang="en-US" sz="2800" dirty="0" smtClean="0"/>
              <a:t> </a:t>
            </a:r>
            <a:r>
              <a:rPr lang="en-US" sz="2800" dirty="0" err="1" smtClean="0"/>
              <a:t>bình</a:t>
            </a:r>
            <a:r>
              <a:rPr lang="en-US" sz="2800" dirty="0" smtClean="0"/>
              <a:t> </a:t>
            </a:r>
            <a:r>
              <a:rPr lang="en-US" sz="2800" dirty="0" err="1" smtClean="0"/>
              <a:t>luận</a:t>
            </a:r>
            <a:r>
              <a:rPr lang="en-US" sz="2800" dirty="0" smtClean="0"/>
              <a:t>: </a:t>
            </a:r>
            <a:r>
              <a:rPr lang="en-US" sz="2800" dirty="0" err="1" smtClean="0"/>
              <a:t>Nội</a:t>
            </a:r>
            <a:r>
              <a:rPr lang="en-US" sz="2800" dirty="0" smtClean="0"/>
              <a:t> dung </a:t>
            </a:r>
            <a:r>
              <a:rPr lang="en-US" sz="2800" dirty="0" err="1" smtClean="0"/>
              <a:t>và</a:t>
            </a:r>
            <a:r>
              <a:rPr lang="en-US" sz="2800" dirty="0" smtClean="0"/>
              <a:t> email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454" y="951329"/>
            <a:ext cx="3991596" cy="455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67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4691"/>
            <a:ext cx="11817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 KĨ THUẬT NHÓM ĐÃ ÁP DỤNG</a:t>
            </a:r>
            <a:endParaRPr lang="vi-V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51164" y="98049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+mj-lt"/>
              <a:buAutoNum type="arabicPeriod"/>
            </a:pPr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: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&lt; div class=“”&gt;  </a:t>
            </a:r>
            <a:r>
              <a:rPr lang="en-US" dirty="0" err="1" smtClean="0"/>
              <a:t>giúp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CSS</a:t>
            </a:r>
            <a:r>
              <a:rPr lang="en-US" dirty="0" smtClean="0"/>
              <a:t> </a:t>
            </a:r>
            <a:r>
              <a:rPr lang="en-US" dirty="0" err="1" smtClean="0"/>
              <a:t>dễ</a:t>
            </a:r>
            <a:r>
              <a:rPr lang="en-US" dirty="0" smtClean="0"/>
              <a:t> </a:t>
            </a:r>
            <a:r>
              <a:rPr lang="en-US" dirty="0" err="1" smtClean="0"/>
              <a:t>dàng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endParaRPr lang="en-US" dirty="0" smtClean="0"/>
          </a:p>
          <a:p>
            <a:pPr marL="342900" indent="-342900" algn="l">
              <a:buFont typeface="+mj-lt"/>
              <a:buAutoNum type="arabicPeriod"/>
            </a:pPr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tầng</a:t>
            </a:r>
            <a:r>
              <a:rPr lang="en-US" dirty="0" smtClean="0"/>
              <a:t>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: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&lt;</a:t>
            </a:r>
            <a:r>
              <a:rPr lang="en-US" dirty="0" err="1" smtClean="0"/>
              <a:t>h1</a:t>
            </a:r>
            <a:r>
              <a:rPr lang="en-US" dirty="0" smtClean="0"/>
              <a:t>&gt; &lt;</a:t>
            </a:r>
            <a:r>
              <a:rPr lang="en-US" dirty="0" err="1" smtClean="0"/>
              <a:t>h2</a:t>
            </a:r>
            <a:r>
              <a:rPr lang="en-US" dirty="0" smtClean="0"/>
              <a:t>&gt; &lt;</a:t>
            </a:r>
            <a:r>
              <a:rPr lang="en-US" dirty="0" err="1" smtClean="0"/>
              <a:t>h3</a:t>
            </a:r>
            <a:r>
              <a:rPr lang="en-US" dirty="0" smtClean="0"/>
              <a:t>&gt; &lt;</a:t>
            </a:r>
            <a:r>
              <a:rPr lang="en-US" dirty="0" err="1" smtClean="0"/>
              <a:t>h4</a:t>
            </a:r>
            <a:r>
              <a:rPr lang="en-US" dirty="0" smtClean="0"/>
              <a:t>&gt; </a:t>
            </a:r>
            <a:r>
              <a:rPr lang="en-US" dirty="0" err="1" smtClean="0"/>
              <a:t>dành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nhỏ</a:t>
            </a:r>
            <a:endParaRPr lang="en-US" dirty="0" smtClean="0"/>
          </a:p>
          <a:p>
            <a:pPr marL="342900" indent="-342900" algn="l">
              <a:buFont typeface="+mj-lt"/>
              <a:buAutoNum type="arabicPeriod"/>
            </a:pPr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tiện</a:t>
            </a:r>
            <a:r>
              <a:rPr lang="en-US" dirty="0" smtClean="0"/>
              <a:t>: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thẻ</a:t>
            </a:r>
            <a:r>
              <a:rPr lang="en-US" dirty="0" smtClean="0"/>
              <a:t> &lt;</a:t>
            </a:r>
            <a:r>
              <a:rPr lang="en-US" dirty="0" err="1" smtClean="0"/>
              <a:t>img</a:t>
            </a:r>
            <a:r>
              <a:rPr lang="en-US" dirty="0" smtClean="0"/>
              <a:t>&gt; </a:t>
            </a:r>
            <a:r>
              <a:rPr lang="en-US" dirty="0" err="1" smtClean="0"/>
              <a:t>và</a:t>
            </a:r>
            <a:r>
              <a:rPr lang="en-US" dirty="0" smtClean="0"/>
              <a:t> &lt;video&gt;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chèn</a:t>
            </a:r>
            <a:r>
              <a:rPr lang="en-US" dirty="0" smtClean="0"/>
              <a:t> </a:t>
            </a:r>
            <a:r>
              <a:rPr lang="en-US" dirty="0" err="1" smtClean="0"/>
              <a:t>ảnh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video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tường</a:t>
            </a:r>
            <a:r>
              <a:rPr lang="en-US" dirty="0" smtClean="0"/>
              <a:t>, </a:t>
            </a:r>
            <a:r>
              <a:rPr lang="en-US" dirty="0" err="1" smtClean="0"/>
              <a:t>đồng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controls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tạm</a:t>
            </a:r>
            <a:r>
              <a:rPr lang="en-US" dirty="0" smtClean="0"/>
              <a:t> </a:t>
            </a:r>
            <a:r>
              <a:rPr lang="en-US" dirty="0" err="1" smtClean="0"/>
              <a:t>dừng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tua</a:t>
            </a:r>
            <a:r>
              <a:rPr lang="en-US" dirty="0" smtClean="0"/>
              <a:t> video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bố</a:t>
            </a:r>
            <a:r>
              <a:rPr lang="en-US" dirty="0" smtClean="0"/>
              <a:t> </a:t>
            </a:r>
            <a:r>
              <a:rPr lang="en-US" dirty="0" err="1" smtClean="0"/>
              <a:t>cục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: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class flex-container, left-col, right-col </a:t>
            </a:r>
            <a:r>
              <a:rPr lang="en-US" dirty="0" err="1" smtClean="0"/>
              <a:t>để</a:t>
            </a:r>
            <a:r>
              <a:rPr lang="en-US" dirty="0" smtClean="0"/>
              <a:t> chia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2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bố</a:t>
            </a:r>
            <a:r>
              <a:rPr lang="en-US" dirty="0" smtClean="0"/>
              <a:t> </a:t>
            </a:r>
            <a:r>
              <a:rPr lang="en-US" dirty="0" err="1" smtClean="0"/>
              <a:t>cục</a:t>
            </a:r>
            <a:r>
              <a:rPr lang="en-US" dirty="0" smtClean="0"/>
              <a:t> ở </a:t>
            </a:r>
            <a:r>
              <a:rPr lang="en-US" dirty="0" err="1" smtClean="0"/>
              <a:t>góc</a:t>
            </a:r>
            <a:r>
              <a:rPr lang="en-US" dirty="0" smtClean="0"/>
              <a:t> </a:t>
            </a:r>
            <a:r>
              <a:rPr lang="en-US" dirty="0" err="1" smtClean="0"/>
              <a:t>ảnh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góc</a:t>
            </a:r>
            <a:r>
              <a:rPr lang="en-US" dirty="0" smtClean="0"/>
              <a:t> video </a:t>
            </a:r>
            <a:r>
              <a:rPr lang="en-US" dirty="0" err="1" smtClean="0"/>
              <a:t>trở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hài</a:t>
            </a:r>
            <a:r>
              <a:rPr lang="en-US" dirty="0" smtClean="0"/>
              <a:t> </a:t>
            </a:r>
            <a:r>
              <a:rPr lang="en-US" dirty="0" err="1" smtClean="0"/>
              <a:t>hòa</a:t>
            </a:r>
            <a:r>
              <a:rPr lang="en-US" dirty="0" smtClean="0"/>
              <a:t>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: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thẻ</a:t>
            </a:r>
            <a:r>
              <a:rPr lang="en-US" dirty="0" smtClean="0"/>
              <a:t> &lt;form&gt;, &lt;input&gt;, &lt;</a:t>
            </a:r>
            <a:r>
              <a:rPr lang="en-US" dirty="0" err="1" smtClean="0"/>
              <a:t>textarea</a:t>
            </a:r>
            <a:r>
              <a:rPr lang="en-US" dirty="0" smtClean="0"/>
              <a:t>&gt;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bình</a:t>
            </a:r>
            <a:r>
              <a:rPr lang="en-US" dirty="0" smtClean="0"/>
              <a:t> </a:t>
            </a:r>
            <a:r>
              <a:rPr lang="en-US" dirty="0" err="1" smtClean="0"/>
              <a:t>luận</a:t>
            </a:r>
            <a:r>
              <a:rPr lang="en-US" dirty="0" smtClean="0"/>
              <a:t> </a:t>
            </a:r>
            <a:r>
              <a:rPr lang="en-US" dirty="0" err="1" smtClean="0"/>
              <a:t>nhằm</a:t>
            </a:r>
            <a:r>
              <a:rPr lang="en-US" dirty="0" smtClean="0"/>
              <a:t> </a:t>
            </a:r>
            <a:r>
              <a:rPr lang="en-US" dirty="0" err="1" smtClean="0"/>
              <a:t>tăng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30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 txBox="1">
            <a:spLocks/>
          </p:cNvSpPr>
          <p:nvPr/>
        </p:nvSpPr>
        <p:spPr>
          <a:xfrm>
            <a:off x="1761836" y="1634837"/>
            <a:ext cx="8626764" cy="43911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Nội</a:t>
            </a:r>
            <a:r>
              <a:rPr lang="en-US" dirty="0" smtClean="0"/>
              <a:t> Dung: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tải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điệp</a:t>
            </a:r>
            <a:r>
              <a:rPr lang="en-US" dirty="0" smtClean="0"/>
              <a:t> </a:t>
            </a:r>
            <a:r>
              <a:rPr lang="en-US" dirty="0" err="1" smtClean="0"/>
              <a:t>sâu</a:t>
            </a:r>
            <a:r>
              <a:rPr lang="en-US" dirty="0" smtClean="0"/>
              <a:t> </a:t>
            </a:r>
            <a:r>
              <a:rPr lang="en-US" dirty="0" err="1" smtClean="0"/>
              <a:t>sắc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,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gửi</a:t>
            </a:r>
            <a:r>
              <a:rPr lang="en-US" dirty="0" smtClean="0"/>
              <a:t> </a:t>
            </a:r>
            <a:r>
              <a:rPr lang="en-US" dirty="0" err="1" smtClean="0"/>
              <a:t>lời</a:t>
            </a:r>
            <a:r>
              <a:rPr lang="en-US" dirty="0" smtClean="0"/>
              <a:t> tri </a:t>
            </a:r>
            <a:r>
              <a:rPr lang="en-US" dirty="0" err="1" smtClean="0"/>
              <a:t>ân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/>
              <a:t> </a:t>
            </a:r>
            <a:r>
              <a:rPr lang="en-US" dirty="0" err="1" smtClean="0"/>
              <a:t>thầy</a:t>
            </a:r>
            <a:r>
              <a:rPr lang="en-US" dirty="0" smtClean="0"/>
              <a:t> </a:t>
            </a:r>
            <a:r>
              <a:rPr lang="en-US" dirty="0" err="1" smtClean="0"/>
              <a:t>cô</a:t>
            </a:r>
            <a:r>
              <a:rPr lang="en-US" dirty="0" smtClean="0"/>
              <a:t>.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tường</a:t>
            </a:r>
            <a:r>
              <a:rPr lang="en-US" dirty="0" smtClean="0"/>
              <a:t>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cập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web.</a:t>
            </a:r>
          </a:p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thẩm</a:t>
            </a:r>
            <a:r>
              <a:rPr lang="en-US" dirty="0" smtClean="0"/>
              <a:t> </a:t>
            </a:r>
            <a:r>
              <a:rPr lang="en-US" dirty="0" err="1" smtClean="0"/>
              <a:t>mỹ</a:t>
            </a:r>
            <a:r>
              <a:rPr lang="en-US" dirty="0" smtClean="0"/>
              <a:t>: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tường</a:t>
            </a:r>
            <a:r>
              <a:rPr lang="en-US" dirty="0" smtClean="0"/>
              <a:t> chia </a:t>
            </a:r>
            <a:r>
              <a:rPr lang="en-US" dirty="0" err="1" smtClean="0"/>
              <a:t>bố</a:t>
            </a:r>
            <a:r>
              <a:rPr lang="en-US" dirty="0" smtClean="0"/>
              <a:t> </a:t>
            </a:r>
            <a:r>
              <a:rPr lang="en-US" dirty="0" err="1" smtClean="0"/>
              <a:t>cục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nhưng</a:t>
            </a:r>
            <a:r>
              <a:rPr lang="en-US" dirty="0" smtClean="0"/>
              <a:t> </a:t>
            </a:r>
            <a:r>
              <a:rPr lang="en-US" dirty="0" err="1" smtClean="0"/>
              <a:t>vẫn</a:t>
            </a:r>
            <a:r>
              <a:rPr lang="en-US" dirty="0" smtClean="0"/>
              <a:t>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chế</a:t>
            </a:r>
            <a:r>
              <a:rPr lang="en-US" dirty="0" smtClean="0"/>
              <a:t>. </a:t>
            </a:r>
            <a:r>
              <a:rPr lang="en-US" dirty="0" err="1" smtClean="0"/>
              <a:t>Màu</a:t>
            </a:r>
            <a:r>
              <a:rPr lang="en-US" dirty="0" smtClean="0"/>
              <a:t> </a:t>
            </a:r>
            <a:r>
              <a:rPr lang="en-US" dirty="0" err="1" smtClean="0"/>
              <a:t>sắc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web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sắc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66254" y="124691"/>
            <a:ext cx="11817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ĐÁNH GIÁ MỨC ĐỘ HOÀN THIỆN CỦA SẢN PHẨM </a:t>
            </a:r>
            <a:endParaRPr lang="vi-V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715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</TotalTime>
  <Words>415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10</cp:revision>
  <dcterms:created xsi:type="dcterms:W3CDTF">2026-03-17T22:36:53Z</dcterms:created>
  <dcterms:modified xsi:type="dcterms:W3CDTF">2026-03-19T16:08:36Z</dcterms:modified>
</cp:coreProperties>
</file>