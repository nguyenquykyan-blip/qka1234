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370DE76-B842-4F9F-9710-23DC74627160}">
          <p14:sldIdLst>
            <p14:sldId id="256"/>
            <p14:sldId id="257"/>
            <p14:sldId id="258"/>
            <p14:sldId id="259"/>
            <p14:sldId id="260"/>
          </p14:sldIdLst>
        </p14:section>
        <p14:section name="Untitled Section" id="{52E07764-4855-4F98-BC1A-A97ADFA265DF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3-18T05:37:16.383" idx="1">
    <p:pos x="10" y="10"/>
    <p:text/>
    <p:extLst>
      <p:ext uri="{C676402C-5697-4E1C-873F-D02D1690AC5C}">
        <p15:threadingInfo xmlns:p15="http://schemas.microsoft.com/office/powerpoint/2012/main" timeZoneBias="-42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7CC3-8EEE-4A8F-B80E-50A5B96677CB}" type="datetimeFigureOut">
              <a:rPr lang="vi-VN" smtClean="0"/>
              <a:t>18/03/2026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95DD-E2A2-46E2-9293-FE3619E2B95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10169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7CC3-8EEE-4A8F-B80E-50A5B96677CB}" type="datetimeFigureOut">
              <a:rPr lang="vi-VN" smtClean="0"/>
              <a:t>18/03/2026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95DD-E2A2-46E2-9293-FE3619E2B95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829539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7CC3-8EEE-4A8F-B80E-50A5B96677CB}" type="datetimeFigureOut">
              <a:rPr lang="vi-VN" smtClean="0"/>
              <a:t>18/03/2026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95DD-E2A2-46E2-9293-FE3619E2B95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40152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7CC3-8EEE-4A8F-B80E-50A5B96677CB}" type="datetimeFigureOut">
              <a:rPr lang="vi-VN" smtClean="0"/>
              <a:t>18/03/2026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95DD-E2A2-46E2-9293-FE3619E2B95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30809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7CC3-8EEE-4A8F-B80E-50A5B96677CB}" type="datetimeFigureOut">
              <a:rPr lang="vi-VN" smtClean="0"/>
              <a:t>18/03/2026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95DD-E2A2-46E2-9293-FE3619E2B95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25776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7CC3-8EEE-4A8F-B80E-50A5B96677CB}" type="datetimeFigureOut">
              <a:rPr lang="vi-VN" smtClean="0"/>
              <a:t>18/03/2026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95DD-E2A2-46E2-9293-FE3619E2B95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44126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7CC3-8EEE-4A8F-B80E-50A5B96677CB}" type="datetimeFigureOut">
              <a:rPr lang="vi-VN" smtClean="0"/>
              <a:t>18/03/2026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95DD-E2A2-46E2-9293-FE3619E2B95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44794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7CC3-8EEE-4A8F-B80E-50A5B96677CB}" type="datetimeFigureOut">
              <a:rPr lang="vi-VN" smtClean="0"/>
              <a:t>18/03/2026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95DD-E2A2-46E2-9293-FE3619E2B95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41135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7CC3-8EEE-4A8F-B80E-50A5B96677CB}" type="datetimeFigureOut">
              <a:rPr lang="vi-VN" smtClean="0"/>
              <a:t>18/03/2026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95DD-E2A2-46E2-9293-FE3619E2B95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79100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7CC3-8EEE-4A8F-B80E-50A5B96677CB}" type="datetimeFigureOut">
              <a:rPr lang="vi-VN" smtClean="0"/>
              <a:t>18/03/2026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95DD-E2A2-46E2-9293-FE3619E2B95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285665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507CC3-8EEE-4A8F-B80E-50A5B96677CB}" type="datetimeFigureOut">
              <a:rPr lang="vi-VN" smtClean="0"/>
              <a:t>18/03/2026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5295DD-E2A2-46E2-9293-FE3619E2B95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38438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2000" contrast="11000"/>
                    </a14:imgEffect>
                  </a14:imgLayer>
                </a14:imgProps>
              </a:ext>
            </a:extLst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507CC3-8EEE-4A8F-B80E-50A5B96677CB}" type="datetimeFigureOut">
              <a:rPr lang="vi-VN" smtClean="0"/>
              <a:t>18/03/2026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5295DD-E2A2-46E2-9293-FE3619E2B95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00873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65388" y="290944"/>
            <a:ext cx="68857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THÔNG TIN THÀNH VIÊN NHÓM</a:t>
            </a:r>
            <a:endParaRPr lang="vi-VN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5388" y="2079522"/>
            <a:ext cx="3853006" cy="103641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95053" y="1525340"/>
            <a:ext cx="591589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dirty="0" smtClean="0"/>
              <a:t>Nguyễn Quý Kỳ An </a:t>
            </a:r>
          </a:p>
          <a:p>
            <a:pPr marL="285750" indent="-285750">
              <a:buFontTx/>
              <a:buChar char="-"/>
            </a:pPr>
            <a:r>
              <a:rPr lang="vi-VN" sz="2800" dirty="0" smtClean="0"/>
              <a:t>Ngày sinh:22/02/2008</a:t>
            </a:r>
          </a:p>
          <a:p>
            <a:pPr marL="285750" indent="-285750">
              <a:buFontTx/>
              <a:buChar char="-"/>
            </a:pPr>
            <a:r>
              <a:rPr lang="vi-VN" sz="2800" dirty="0" smtClean="0"/>
              <a:t>Quê quán: Hà Tây</a:t>
            </a:r>
          </a:p>
          <a:p>
            <a:r>
              <a:rPr lang="vi-VN" sz="2800" dirty="0" smtClean="0"/>
              <a:t>Lê Đức An</a:t>
            </a:r>
          </a:p>
          <a:p>
            <a:pPr marL="285750" indent="-285750">
              <a:buFontTx/>
              <a:buChar char="-"/>
            </a:pPr>
            <a:r>
              <a:rPr lang="vi-VN" sz="2800" dirty="0" smtClean="0"/>
              <a:t>Ngày Sinh:05/09/2008</a:t>
            </a:r>
          </a:p>
          <a:p>
            <a:pPr marL="285750" indent="-285750">
              <a:buFontTx/>
              <a:buChar char="-"/>
            </a:pPr>
            <a:r>
              <a:rPr lang="vi-VN" sz="2800" dirty="0" smtClean="0"/>
              <a:t>Quê Quán: Hà Nội </a:t>
            </a: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301525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4072" y="124691"/>
            <a:ext cx="118179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PHÂN CHIA CÔNG VIỆC VÀ KẾ HOẠCH TRIỂN KHAI DỰ ÁN</a:t>
            </a:r>
            <a:endParaRPr lang="vi-VN" sz="3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90255" y="1925781"/>
            <a:ext cx="3851564" cy="103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vi-VN" dirty="0"/>
          </a:p>
        </p:txBody>
      </p:sp>
      <p:sp>
        <p:nvSpPr>
          <p:cNvPr id="5" name="TextBox 4"/>
          <p:cNvSpPr txBox="1"/>
          <p:nvPr/>
        </p:nvSpPr>
        <p:spPr>
          <a:xfrm>
            <a:off x="1814945" y="1925782"/>
            <a:ext cx="3851564" cy="103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vi-VN" dirty="0"/>
          </a:p>
        </p:txBody>
      </p:sp>
      <p:sp>
        <p:nvSpPr>
          <p:cNvPr id="6" name="TextBox 5"/>
          <p:cNvSpPr txBox="1"/>
          <p:nvPr/>
        </p:nvSpPr>
        <p:spPr>
          <a:xfrm>
            <a:off x="1967345" y="2078182"/>
            <a:ext cx="3851564" cy="103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vi-VN" dirty="0"/>
          </a:p>
        </p:txBody>
      </p:sp>
      <p:sp>
        <p:nvSpPr>
          <p:cNvPr id="8" name="TextBox 7"/>
          <p:cNvSpPr txBox="1"/>
          <p:nvPr/>
        </p:nvSpPr>
        <p:spPr>
          <a:xfrm>
            <a:off x="1967345" y="916670"/>
            <a:ext cx="809105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 smtClean="0"/>
              <a:t>Thành</a:t>
            </a:r>
            <a:r>
              <a:rPr lang="en-US" sz="2800" dirty="0" smtClean="0"/>
              <a:t> </a:t>
            </a:r>
            <a:r>
              <a:rPr lang="en-US" sz="2800" dirty="0" err="1" smtClean="0"/>
              <a:t>Viên</a:t>
            </a:r>
            <a:r>
              <a:rPr lang="en-US" sz="2800" dirty="0" smtClean="0"/>
              <a:t>:</a:t>
            </a:r>
          </a:p>
          <a:p>
            <a:pPr marL="285750" indent="-285750">
              <a:buFontTx/>
              <a:buChar char="-"/>
            </a:pPr>
            <a:r>
              <a:rPr lang="vi-VN" sz="2800" dirty="0" smtClean="0"/>
              <a:t>Lê </a:t>
            </a:r>
            <a:r>
              <a:rPr lang="en-US" sz="2800" dirty="0" err="1" smtClean="0"/>
              <a:t>Đức</a:t>
            </a:r>
            <a:r>
              <a:rPr lang="en-US" sz="2800" dirty="0" smtClean="0"/>
              <a:t> An-</a:t>
            </a:r>
            <a:r>
              <a:rPr lang="en-US" sz="2800" dirty="0" err="1" smtClean="0"/>
              <a:t>12A1</a:t>
            </a:r>
            <a:r>
              <a:rPr lang="en-US" sz="2800" dirty="0" smtClean="0"/>
              <a:t> : </a:t>
            </a:r>
            <a:r>
              <a:rPr lang="en-US" sz="2800" dirty="0" err="1" smtClean="0"/>
              <a:t>Viết</a:t>
            </a:r>
            <a:r>
              <a:rPr lang="en-US" sz="2800" dirty="0" smtClean="0"/>
              <a:t> </a:t>
            </a:r>
            <a:r>
              <a:rPr lang="en-US" sz="2800" dirty="0"/>
              <a:t>code </a:t>
            </a:r>
            <a:r>
              <a:rPr lang="en-US" sz="2800" dirty="0" err="1" smtClean="0"/>
              <a:t>cho</a:t>
            </a:r>
            <a:r>
              <a:rPr lang="en-US" sz="2800" dirty="0" smtClean="0"/>
              <a:t> website </a:t>
            </a:r>
            <a:r>
              <a:rPr lang="en-US" sz="2800" dirty="0" err="1"/>
              <a:t>báo</a:t>
            </a:r>
            <a:r>
              <a:rPr lang="en-US" sz="2800" dirty="0"/>
              <a:t> </a:t>
            </a:r>
            <a:r>
              <a:rPr lang="en-US" sz="2800" dirty="0" err="1"/>
              <a:t>tường</a:t>
            </a:r>
            <a:r>
              <a:rPr lang="en-US" sz="2800" dirty="0"/>
              <a:t> </a:t>
            </a:r>
            <a:endParaRPr lang="en-US" sz="2800" dirty="0" smtClean="0"/>
          </a:p>
          <a:p>
            <a:pPr marL="285750" indent="-285750">
              <a:buFontTx/>
              <a:buChar char="-"/>
            </a:pPr>
            <a:r>
              <a:rPr lang="en-US" sz="2800" dirty="0" err="1" smtClean="0"/>
              <a:t>Nguyễn</a:t>
            </a:r>
            <a:r>
              <a:rPr lang="en-US" sz="2800" dirty="0" smtClean="0"/>
              <a:t> </a:t>
            </a:r>
            <a:r>
              <a:rPr lang="en-US" sz="2800" dirty="0" err="1" smtClean="0"/>
              <a:t>Quý</a:t>
            </a:r>
            <a:r>
              <a:rPr lang="en-US" sz="2800" dirty="0" smtClean="0"/>
              <a:t> </a:t>
            </a:r>
            <a:r>
              <a:rPr lang="en-US" sz="2800" dirty="0" err="1" smtClean="0"/>
              <a:t>Kỳ</a:t>
            </a:r>
            <a:r>
              <a:rPr lang="en-US" sz="2800" dirty="0" smtClean="0"/>
              <a:t> An-</a:t>
            </a:r>
            <a:r>
              <a:rPr lang="en-US" sz="2800" dirty="0" err="1" smtClean="0"/>
              <a:t>12A1</a:t>
            </a:r>
            <a:r>
              <a:rPr lang="en-US" sz="2800" dirty="0"/>
              <a:t> </a:t>
            </a:r>
            <a:r>
              <a:rPr lang="en-US" sz="2800" dirty="0" smtClean="0"/>
              <a:t>: </a:t>
            </a:r>
            <a:r>
              <a:rPr lang="en-US" sz="2800" dirty="0" err="1" smtClean="0"/>
              <a:t>Làm</a:t>
            </a:r>
            <a:r>
              <a:rPr lang="en-US" sz="2800" dirty="0" smtClean="0"/>
              <a:t> </a:t>
            </a:r>
            <a:r>
              <a:rPr lang="en-US" sz="2800" dirty="0" err="1" smtClean="0"/>
              <a:t>và</a:t>
            </a:r>
            <a:r>
              <a:rPr lang="en-US" sz="2800" dirty="0" smtClean="0"/>
              <a:t> </a:t>
            </a:r>
            <a:r>
              <a:rPr lang="en-US" sz="2800" dirty="0" err="1" smtClean="0"/>
              <a:t>chỉnh</a:t>
            </a:r>
            <a:r>
              <a:rPr lang="en-US" sz="2800" dirty="0" smtClean="0"/>
              <a:t> </a:t>
            </a:r>
            <a:r>
              <a:rPr lang="en-US" sz="2800" dirty="0" err="1"/>
              <a:t>sửa</a:t>
            </a:r>
            <a:r>
              <a:rPr lang="en-US" sz="2800" dirty="0"/>
              <a:t> slide </a:t>
            </a:r>
            <a:r>
              <a:rPr lang="en-US" sz="2800" dirty="0" err="1"/>
              <a:t>báo</a:t>
            </a:r>
            <a:r>
              <a:rPr lang="en-US" sz="2800" dirty="0"/>
              <a:t> </a:t>
            </a:r>
            <a:r>
              <a:rPr lang="en-US" sz="2800" dirty="0" err="1"/>
              <a:t>cáo</a:t>
            </a:r>
            <a:endParaRPr lang="en-US" sz="2800" dirty="0"/>
          </a:p>
          <a:p>
            <a:pPr marL="285750" indent="-285750">
              <a:buFontTx/>
              <a:buChar char="-"/>
            </a:pPr>
            <a:r>
              <a:rPr lang="en-US" sz="2800" dirty="0" err="1"/>
              <a:t>Kế</a:t>
            </a:r>
            <a:r>
              <a:rPr lang="en-US" sz="2800" dirty="0"/>
              <a:t> </a:t>
            </a:r>
            <a:r>
              <a:rPr lang="en-US" sz="2800" dirty="0" err="1"/>
              <a:t>hoạch</a:t>
            </a:r>
            <a:r>
              <a:rPr lang="en-US" sz="2800" dirty="0"/>
              <a:t>( </a:t>
            </a:r>
            <a:r>
              <a:rPr lang="en-US" sz="2800" dirty="0" err="1"/>
              <a:t>triển</a:t>
            </a:r>
            <a:r>
              <a:rPr lang="en-US" sz="2800" dirty="0"/>
              <a:t> </a:t>
            </a:r>
            <a:r>
              <a:rPr lang="en-US" sz="2800" dirty="0" err="1"/>
              <a:t>khai</a:t>
            </a:r>
            <a:r>
              <a:rPr lang="en-US" sz="2800" dirty="0"/>
              <a:t> </a:t>
            </a:r>
            <a:r>
              <a:rPr lang="en-US" sz="2800" dirty="0" err="1"/>
              <a:t>trong</a:t>
            </a:r>
            <a:r>
              <a:rPr lang="en-US" sz="2800" dirty="0"/>
              <a:t> </a:t>
            </a:r>
            <a:r>
              <a:rPr lang="en-US" sz="2800" dirty="0" smtClean="0"/>
              <a:t>4 </a:t>
            </a:r>
            <a:r>
              <a:rPr lang="en-US" sz="2800" dirty="0" err="1" smtClean="0"/>
              <a:t>ngày</a:t>
            </a:r>
            <a:r>
              <a:rPr lang="en-US" sz="2800" dirty="0" smtClean="0"/>
              <a:t>):</a:t>
            </a:r>
            <a:endParaRPr lang="en-US" sz="2800" dirty="0"/>
          </a:p>
          <a:p>
            <a:pPr marL="285750" indent="-285750">
              <a:buFontTx/>
              <a:buChar char="-"/>
            </a:pPr>
            <a:r>
              <a:rPr lang="en-US" sz="2800" dirty="0" err="1" smtClean="0"/>
              <a:t>Ngày</a:t>
            </a:r>
            <a:r>
              <a:rPr lang="en-US" sz="2800" dirty="0" smtClean="0"/>
              <a:t> </a:t>
            </a:r>
            <a:r>
              <a:rPr lang="en-US" sz="2800" dirty="0"/>
              <a:t>1: </a:t>
            </a:r>
            <a:r>
              <a:rPr lang="en-US" sz="2800" dirty="0" err="1"/>
              <a:t>Chọn</a:t>
            </a:r>
            <a:r>
              <a:rPr lang="en-US" sz="2800" dirty="0"/>
              <a:t> </a:t>
            </a:r>
            <a:r>
              <a:rPr lang="en-US" sz="2800" dirty="0" err="1"/>
              <a:t>chủ</a:t>
            </a:r>
            <a:r>
              <a:rPr lang="en-US" sz="2800" dirty="0"/>
              <a:t> </a:t>
            </a:r>
            <a:r>
              <a:rPr lang="en-US" sz="2800" dirty="0" err="1"/>
              <a:t>đề</a:t>
            </a:r>
            <a:r>
              <a:rPr lang="en-US" sz="2800" dirty="0"/>
              <a:t>, </a:t>
            </a:r>
            <a:r>
              <a:rPr lang="en-US" sz="2800" dirty="0" err="1"/>
              <a:t>lên</a:t>
            </a:r>
            <a:r>
              <a:rPr lang="en-US" sz="2800" dirty="0"/>
              <a:t> ý </a:t>
            </a:r>
            <a:r>
              <a:rPr lang="en-US" sz="2800" dirty="0" err="1"/>
              <a:t>tưởng</a:t>
            </a:r>
            <a:r>
              <a:rPr lang="en-US" sz="2800" dirty="0"/>
              <a:t>, </a:t>
            </a:r>
            <a:r>
              <a:rPr lang="en-US" sz="2800" dirty="0" err="1"/>
              <a:t>phân</a:t>
            </a:r>
            <a:r>
              <a:rPr lang="en-US" sz="2800" dirty="0"/>
              <a:t> chia </a:t>
            </a:r>
            <a:r>
              <a:rPr lang="en-US" sz="2800" dirty="0" err="1"/>
              <a:t>công</a:t>
            </a:r>
            <a:r>
              <a:rPr lang="en-US" sz="2800" dirty="0"/>
              <a:t> </a:t>
            </a:r>
            <a:r>
              <a:rPr lang="en-US" sz="2800" dirty="0" err="1"/>
              <a:t>việc</a:t>
            </a:r>
            <a:endParaRPr lang="en-US" sz="2800" dirty="0"/>
          </a:p>
          <a:p>
            <a:pPr marL="285750" indent="-285750">
              <a:buFontTx/>
              <a:buChar char="-"/>
            </a:pPr>
            <a:r>
              <a:rPr lang="en-US" sz="2800" dirty="0" err="1" smtClean="0"/>
              <a:t>Ngày</a:t>
            </a:r>
            <a:r>
              <a:rPr lang="en-US" sz="2800" dirty="0" smtClean="0"/>
              <a:t> </a:t>
            </a:r>
            <a:r>
              <a:rPr lang="en-US" sz="2800" dirty="0"/>
              <a:t>2,3: </a:t>
            </a:r>
            <a:r>
              <a:rPr lang="en-US" sz="2800" dirty="0" err="1"/>
              <a:t>Viết</a:t>
            </a:r>
            <a:r>
              <a:rPr lang="en-US" sz="2800" dirty="0"/>
              <a:t> code, </a:t>
            </a:r>
            <a:r>
              <a:rPr lang="en-US" sz="2800" dirty="0" err="1"/>
              <a:t>thử</a:t>
            </a:r>
            <a:r>
              <a:rPr lang="en-US" sz="2800" dirty="0"/>
              <a:t>, </a:t>
            </a:r>
            <a:r>
              <a:rPr lang="en-US" sz="2800" dirty="0" err="1"/>
              <a:t>chỉnh</a:t>
            </a:r>
            <a:r>
              <a:rPr lang="en-US" sz="2800" dirty="0"/>
              <a:t> </a:t>
            </a:r>
            <a:r>
              <a:rPr lang="en-US" sz="2800" dirty="0" err="1"/>
              <a:t>sửa</a:t>
            </a:r>
            <a:r>
              <a:rPr lang="en-US" sz="2800" dirty="0"/>
              <a:t>, </a:t>
            </a:r>
            <a:r>
              <a:rPr lang="en-US" sz="2800" dirty="0" err="1"/>
              <a:t>cải</a:t>
            </a:r>
            <a:r>
              <a:rPr lang="en-US" sz="2800" dirty="0"/>
              <a:t> </a:t>
            </a:r>
            <a:r>
              <a:rPr lang="en-US" sz="2800" dirty="0" err="1"/>
              <a:t>thiện</a:t>
            </a:r>
            <a:r>
              <a:rPr lang="en-US" sz="2800" dirty="0"/>
              <a:t> </a:t>
            </a:r>
          </a:p>
          <a:p>
            <a:pPr marL="285750" indent="-285750">
              <a:buFontTx/>
              <a:buChar char="-"/>
            </a:pPr>
            <a:r>
              <a:rPr lang="en-US" sz="2800" dirty="0" err="1" smtClean="0"/>
              <a:t>Ngày</a:t>
            </a:r>
            <a:r>
              <a:rPr lang="en-US" sz="2800" dirty="0" smtClean="0"/>
              <a:t> </a:t>
            </a:r>
            <a:r>
              <a:rPr lang="en-US" sz="2800" dirty="0"/>
              <a:t>4: </a:t>
            </a:r>
            <a:r>
              <a:rPr lang="en-US" sz="2800" dirty="0" err="1"/>
              <a:t>Làm</a:t>
            </a:r>
            <a:r>
              <a:rPr lang="en-US" sz="2800" dirty="0"/>
              <a:t> </a:t>
            </a:r>
            <a:r>
              <a:rPr lang="en-US" sz="2800" dirty="0" err="1" smtClean="0"/>
              <a:t>và</a:t>
            </a:r>
            <a:r>
              <a:rPr lang="en-US" sz="2800" dirty="0" smtClean="0"/>
              <a:t> </a:t>
            </a:r>
            <a:r>
              <a:rPr lang="en-US" sz="2800" dirty="0" err="1" smtClean="0"/>
              <a:t>chỉnh</a:t>
            </a:r>
            <a:r>
              <a:rPr lang="en-US" sz="2800" dirty="0" smtClean="0"/>
              <a:t> </a:t>
            </a:r>
            <a:r>
              <a:rPr lang="en-US" sz="2800" dirty="0" err="1" smtClean="0"/>
              <a:t>sửa</a:t>
            </a:r>
            <a:r>
              <a:rPr lang="en-US" sz="2800" dirty="0" smtClean="0"/>
              <a:t> slide </a:t>
            </a:r>
            <a:r>
              <a:rPr lang="en-US" sz="2800" dirty="0" err="1"/>
              <a:t>báo</a:t>
            </a:r>
            <a:r>
              <a:rPr lang="en-US" sz="2800" dirty="0"/>
              <a:t> </a:t>
            </a:r>
            <a:r>
              <a:rPr lang="en-US" sz="2800" dirty="0" err="1"/>
              <a:t>cáo</a:t>
            </a:r>
            <a:endParaRPr lang="en-US" sz="2800" dirty="0"/>
          </a:p>
          <a:p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3804638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124691"/>
            <a:ext cx="118179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Ý TƯỞNG TỔ CHỨC NỘI DUNG TRANG WEB</a:t>
            </a:r>
            <a:endParaRPr lang="vi-VN" sz="3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77671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4691"/>
            <a:ext cx="118179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2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CÁC KĨ THUẬT NHÓM ĐÃ ÁP DỤNG</a:t>
            </a:r>
            <a:endParaRPr lang="vi-VN" sz="3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651164" y="98049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+mj-lt"/>
              <a:buAutoNum type="arabicPeriod"/>
            </a:pPr>
            <a:r>
              <a:rPr lang="en-US" smtClean="0"/>
              <a:t>Kỹ thuật tổ chức cấu trúc: Sử dụng lệnh &lt; div class=“”&gt;  giúp quản lý và định dạng bằng CSS dễ dàng hơn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mtClean="0"/>
              <a:t>Kỹ thuật phân tầng văn bản: Sử dụng các lệnh như &lt;h1&gt; &lt;h2&gt; &lt;h3&gt; &lt;h4&gt; dành có các tiêu đề từ lớn đến nhỏ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mtClean="0"/>
              <a:t>Kỹ thuật đa phương tiện: sử dụng các thẻ &lt;img&gt; và &lt;video&gt; để chèn ảnh và video vào báo tường, đồng thời sử dụng thuộc tính controls để người đọc có thể tạm dừng và tua video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mtClean="0"/>
              <a:t>Kỹ thuật bố cục Linh hoạt: Sử dụng class flex-container, left-col, right-col để chia báo thành 2 phần làm bố cục ở góc ảnh và góc video trở nên hài hòa.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mtClean="0"/>
              <a:t>Kỹ thuật tương tác: Sử dụng thẻ &lt;form&gt;, &lt;input&gt;, &lt;textarea&gt; để tạo phần bình luận nhằm tăng tương tác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307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 txBox="1">
            <a:spLocks/>
          </p:cNvSpPr>
          <p:nvPr/>
        </p:nvSpPr>
        <p:spPr>
          <a:xfrm>
            <a:off x="1842654" y="1925782"/>
            <a:ext cx="8626764" cy="439117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 smtClean="0"/>
              <a:t>Nội</a:t>
            </a:r>
            <a:r>
              <a:rPr lang="en-US" dirty="0" smtClean="0"/>
              <a:t> Dung: </a:t>
            </a:r>
            <a:r>
              <a:rPr lang="en-US" dirty="0" err="1" smtClean="0"/>
              <a:t>Truyền</a:t>
            </a:r>
            <a:r>
              <a:rPr lang="en-US" dirty="0" smtClean="0"/>
              <a:t> </a:t>
            </a:r>
            <a:r>
              <a:rPr lang="en-US" dirty="0" err="1" smtClean="0"/>
              <a:t>tải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</a:t>
            </a:r>
            <a:r>
              <a:rPr lang="en-US" dirty="0" err="1" smtClean="0"/>
              <a:t>điệp</a:t>
            </a:r>
            <a:r>
              <a:rPr lang="en-US" dirty="0" smtClean="0"/>
              <a:t> </a:t>
            </a:r>
            <a:r>
              <a:rPr lang="en-US" dirty="0" err="1" smtClean="0"/>
              <a:t>sâu</a:t>
            </a:r>
            <a:r>
              <a:rPr lang="en-US" dirty="0" smtClean="0"/>
              <a:t> </a:t>
            </a:r>
            <a:r>
              <a:rPr lang="en-US" dirty="0" err="1" smtClean="0"/>
              <a:t>sắc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đọc</a:t>
            </a:r>
            <a:r>
              <a:rPr lang="en-US" dirty="0" smtClean="0"/>
              <a:t>,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gửi</a:t>
            </a:r>
            <a:r>
              <a:rPr lang="en-US" dirty="0" smtClean="0"/>
              <a:t> </a:t>
            </a:r>
            <a:r>
              <a:rPr lang="en-US" dirty="0" err="1" smtClean="0"/>
              <a:t>lời</a:t>
            </a:r>
            <a:r>
              <a:rPr lang="en-US" dirty="0" smtClean="0"/>
              <a:t> tri </a:t>
            </a:r>
            <a:r>
              <a:rPr lang="en-US" dirty="0" err="1" smtClean="0"/>
              <a:t>ân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phái</a:t>
            </a:r>
            <a:r>
              <a:rPr lang="en-US" dirty="0" smtClean="0"/>
              <a:t> </a:t>
            </a:r>
            <a:r>
              <a:rPr lang="en-US" dirty="0" err="1" smtClean="0"/>
              <a:t>đẹp</a:t>
            </a:r>
            <a:r>
              <a:rPr lang="en-US" dirty="0" smtClean="0"/>
              <a:t>.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tường</a:t>
            </a:r>
            <a:r>
              <a:rPr lang="en-US" dirty="0" smtClean="0"/>
              <a:t> </a:t>
            </a:r>
            <a:r>
              <a:rPr lang="en-US" smtClean="0"/>
              <a:t>còn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công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tương</a:t>
            </a:r>
            <a:r>
              <a:rPr lang="en-US" dirty="0" smtClean="0"/>
              <a:t> </a:t>
            </a:r>
            <a:r>
              <a:rPr lang="en-US" dirty="0" err="1" smtClean="0"/>
              <a:t>tác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người</a:t>
            </a:r>
            <a:r>
              <a:rPr lang="en-US" dirty="0" smtClean="0"/>
              <a:t> 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cập</a:t>
            </a:r>
            <a:r>
              <a:rPr lang="en-US" dirty="0" smtClean="0"/>
              <a:t> </a:t>
            </a:r>
            <a:r>
              <a:rPr lang="en-US" dirty="0" err="1" smtClean="0"/>
              <a:t>trang</a:t>
            </a:r>
            <a:r>
              <a:rPr lang="en-US" dirty="0" smtClean="0"/>
              <a:t> web.</a:t>
            </a:r>
          </a:p>
          <a:p>
            <a:r>
              <a:rPr lang="en-US" dirty="0" err="1" smtClean="0"/>
              <a:t>Tính</a:t>
            </a:r>
            <a:r>
              <a:rPr lang="en-US" dirty="0" smtClean="0"/>
              <a:t> </a:t>
            </a:r>
            <a:r>
              <a:rPr lang="en-US" dirty="0" err="1" smtClean="0"/>
              <a:t>thẩm</a:t>
            </a:r>
            <a:r>
              <a:rPr lang="en-US" dirty="0" smtClean="0"/>
              <a:t> </a:t>
            </a:r>
            <a:r>
              <a:rPr lang="en-US" dirty="0" err="1" smtClean="0"/>
              <a:t>mỹ</a:t>
            </a:r>
            <a:r>
              <a:rPr lang="en-US" dirty="0" smtClean="0"/>
              <a:t>: </a:t>
            </a:r>
            <a:r>
              <a:rPr lang="en-US" dirty="0" err="1" smtClean="0"/>
              <a:t>Báo</a:t>
            </a:r>
            <a:r>
              <a:rPr lang="en-US" dirty="0" smtClean="0"/>
              <a:t> </a:t>
            </a:r>
            <a:r>
              <a:rPr lang="en-US" dirty="0" err="1" smtClean="0"/>
              <a:t>tường</a:t>
            </a:r>
            <a:r>
              <a:rPr lang="en-US" dirty="0" smtClean="0"/>
              <a:t> chia </a:t>
            </a:r>
            <a:r>
              <a:rPr lang="en-US" dirty="0" err="1" smtClean="0"/>
              <a:t>bố</a:t>
            </a:r>
            <a:r>
              <a:rPr lang="en-US" dirty="0" smtClean="0"/>
              <a:t> </a:t>
            </a:r>
            <a:r>
              <a:rPr lang="en-US" dirty="0" err="1" smtClean="0"/>
              <a:t>cục</a:t>
            </a:r>
            <a:r>
              <a:rPr lang="en-US" dirty="0" smtClean="0"/>
              <a:t> </a:t>
            </a:r>
            <a:r>
              <a:rPr lang="en-US" dirty="0" err="1" smtClean="0"/>
              <a:t>hợp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nhưng</a:t>
            </a:r>
            <a:r>
              <a:rPr lang="en-US" dirty="0" smtClean="0"/>
              <a:t> </a:t>
            </a:r>
            <a:r>
              <a:rPr lang="en-US" dirty="0" err="1" smtClean="0"/>
              <a:t>vẫn</a:t>
            </a:r>
            <a:r>
              <a:rPr lang="en-US" dirty="0" smtClean="0"/>
              <a:t> </a:t>
            </a:r>
            <a:r>
              <a:rPr lang="en-US" dirty="0" err="1" smtClean="0"/>
              <a:t>còn</a:t>
            </a:r>
            <a:r>
              <a:rPr lang="en-US" dirty="0" smtClean="0"/>
              <a:t> </a:t>
            </a:r>
            <a:r>
              <a:rPr lang="en-US" dirty="0" err="1" smtClean="0"/>
              <a:t>hạn</a:t>
            </a:r>
            <a:r>
              <a:rPr lang="en-US" dirty="0" smtClean="0"/>
              <a:t> </a:t>
            </a:r>
            <a:r>
              <a:rPr lang="en-US" dirty="0" err="1" smtClean="0"/>
              <a:t>chế</a:t>
            </a:r>
            <a:r>
              <a:rPr lang="en-US" dirty="0" smtClean="0"/>
              <a:t>. </a:t>
            </a:r>
            <a:r>
              <a:rPr lang="en-US" dirty="0" err="1" smtClean="0"/>
              <a:t>Màu</a:t>
            </a:r>
            <a:r>
              <a:rPr lang="en-US" dirty="0" smtClean="0"/>
              <a:t> </a:t>
            </a:r>
            <a:r>
              <a:rPr lang="en-US" dirty="0" err="1" smtClean="0"/>
              <a:t>sắc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trang</a:t>
            </a:r>
            <a:r>
              <a:rPr lang="en-US" dirty="0" smtClean="0"/>
              <a:t> web </a:t>
            </a:r>
            <a:r>
              <a:rPr lang="en-US" dirty="0" err="1" smtClean="0"/>
              <a:t>còn</a:t>
            </a:r>
            <a:r>
              <a:rPr lang="en-US" dirty="0" smtClean="0"/>
              <a:t> </a:t>
            </a:r>
            <a:r>
              <a:rPr lang="en-US" dirty="0" err="1" smtClean="0"/>
              <a:t>đơn</a:t>
            </a:r>
            <a:r>
              <a:rPr lang="en-US" dirty="0" smtClean="0"/>
              <a:t> </a:t>
            </a:r>
            <a:r>
              <a:rPr lang="en-US" dirty="0" err="1" smtClean="0"/>
              <a:t>giản</a:t>
            </a:r>
            <a:r>
              <a:rPr lang="en-US" dirty="0" smtClean="0"/>
              <a:t> </a:t>
            </a:r>
            <a:r>
              <a:rPr lang="en-US" dirty="0" err="1" smtClean="0"/>
              <a:t>chưa</a:t>
            </a:r>
            <a:r>
              <a:rPr lang="en-US" dirty="0" smtClean="0"/>
              <a:t> </a:t>
            </a:r>
            <a:r>
              <a:rPr lang="en-US" dirty="0" err="1" smtClean="0"/>
              <a:t>đặc</a:t>
            </a:r>
            <a:r>
              <a:rPr lang="en-US" dirty="0" smtClean="0"/>
              <a:t> </a:t>
            </a:r>
            <a:r>
              <a:rPr lang="en-US" dirty="0" err="1" smtClean="0"/>
              <a:t>sắc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0" y="124691"/>
            <a:ext cx="118179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320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ĐÁNH GIÁ MỨC ĐỘ HOÀN THIỆN CỦA SẢN PHẨM </a:t>
            </a:r>
            <a:endParaRPr lang="vi-VN" sz="3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77157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367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6</cp:revision>
  <dcterms:created xsi:type="dcterms:W3CDTF">2026-03-17T22:36:53Z</dcterms:created>
  <dcterms:modified xsi:type="dcterms:W3CDTF">2026-03-17T23:25:17Z</dcterms:modified>
</cp:coreProperties>
</file>