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vi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F370DE76-B842-4F9F-9710-23DC74627160}">
          <p14:sldIdLst>
            <p14:sldId id="256"/>
            <p14:sldId id="257"/>
            <p14:sldId id="258"/>
            <p14:sldId id="259"/>
            <p14:sldId id="260"/>
          </p14:sldIdLst>
        </p14:section>
        <p14:section name="Untitled Section" id="{52E07764-4855-4F98-BC1A-A97ADFA265DF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69" d="100"/>
          <a:sy n="69" d="100"/>
        </p:scale>
        <p:origin x="78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commentAuthors" Target="commentAuthor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3-18T05:37:16.383" idx="1">
    <p:pos x="10" y="10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10169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295393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401521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308094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5257767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5441266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44794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4141135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vi-V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7910031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856658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384389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2000" contrast="11000"/>
                    </a14:imgEffect>
                  </a14:imgLayer>
                </a14:imgProps>
              </a:ext>
            </a:extLst>
          </a:blip>
          <a:srcRect/>
          <a:stretch>
            <a:fillRect l="-6000" r="-6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vi-V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vi-V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507CC3-8EEE-4A8F-B80E-50A5B96677CB}" type="datetimeFigureOut">
              <a:rPr lang="vi-VN" smtClean="0"/>
              <a:t>18/03/2026</a:t>
            </a:fld>
            <a:endParaRPr lang="vi-V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vi-V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25295DD-E2A2-46E2-9293-FE3619E2B950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2008737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vi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465388" y="290944"/>
            <a:ext cx="688570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b="1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THÔNG TIN THÀNH VIÊN NHÓM</a:t>
            </a:r>
            <a:endParaRPr lang="vi-VN" sz="3200" b="1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5388" y="2079522"/>
            <a:ext cx="3853006" cy="103641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995053" y="1525340"/>
            <a:ext cx="5915891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2800" dirty="0" smtClean="0"/>
              <a:t>Nguyễn Quý Kỳ An 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Ngày sinh:22/02/2008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Quê quán: Hà Tây</a:t>
            </a:r>
          </a:p>
          <a:p>
            <a:r>
              <a:rPr lang="vi-VN" sz="2800" dirty="0" smtClean="0"/>
              <a:t>Lê Đức An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Ngày Sinh:05/09/2008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Quê Quán: Hà Nội </a:t>
            </a:r>
            <a:endParaRPr lang="vi-VN" sz="2800" dirty="0"/>
          </a:p>
        </p:txBody>
      </p:sp>
    </p:spTree>
    <p:extLst>
      <p:ext uri="{BB962C8B-B14F-4D97-AF65-F5344CB8AC3E}">
        <p14:creationId xmlns:p14="http://schemas.microsoft.com/office/powerpoint/2010/main" val="3015256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4072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PHÂN CHIA CÔNG VIỆC VÀ KẾ HOẠCH TRIỂN KHAI DỰ ÁN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690255" y="1925781"/>
            <a:ext cx="3851564" cy="103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sp>
        <p:nvSpPr>
          <p:cNvPr id="5" name="TextBox 4"/>
          <p:cNvSpPr txBox="1"/>
          <p:nvPr/>
        </p:nvSpPr>
        <p:spPr>
          <a:xfrm>
            <a:off x="1814945" y="1925782"/>
            <a:ext cx="3851564" cy="103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sp>
        <p:nvSpPr>
          <p:cNvPr id="6" name="TextBox 5"/>
          <p:cNvSpPr txBox="1"/>
          <p:nvPr/>
        </p:nvSpPr>
        <p:spPr>
          <a:xfrm>
            <a:off x="1967345" y="2078182"/>
            <a:ext cx="3851564" cy="103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vi-VN" dirty="0"/>
          </a:p>
        </p:txBody>
      </p:sp>
      <p:sp>
        <p:nvSpPr>
          <p:cNvPr id="8" name="TextBox 7"/>
          <p:cNvSpPr txBox="1"/>
          <p:nvPr/>
        </p:nvSpPr>
        <p:spPr>
          <a:xfrm>
            <a:off x="1967345" y="916670"/>
            <a:ext cx="8091055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 err="1" smtClean="0"/>
              <a:t>Thành</a:t>
            </a:r>
            <a:r>
              <a:rPr lang="en-US" sz="2800" dirty="0" smtClean="0"/>
              <a:t> </a:t>
            </a:r>
            <a:r>
              <a:rPr lang="en-US" sz="2800" dirty="0" err="1" smtClean="0"/>
              <a:t>Viên</a:t>
            </a:r>
            <a:r>
              <a:rPr lang="en-US" sz="2800" dirty="0" smtClean="0"/>
              <a:t>:</a:t>
            </a:r>
          </a:p>
          <a:p>
            <a:pPr marL="285750" indent="-285750">
              <a:buFontTx/>
              <a:buChar char="-"/>
            </a:pPr>
            <a:r>
              <a:rPr lang="vi-VN" sz="2800" dirty="0" smtClean="0"/>
              <a:t>Lê </a:t>
            </a:r>
            <a:r>
              <a:rPr lang="en-US" sz="2800" dirty="0" err="1" smtClean="0"/>
              <a:t>Đức</a:t>
            </a:r>
            <a:r>
              <a:rPr lang="en-US" sz="2800" dirty="0" smtClean="0"/>
              <a:t> An-</a:t>
            </a:r>
            <a:r>
              <a:rPr lang="en-US" sz="2800" dirty="0" err="1" smtClean="0"/>
              <a:t>12A1</a:t>
            </a:r>
            <a:r>
              <a:rPr lang="en-US" sz="2800" dirty="0" smtClean="0"/>
              <a:t> : </a:t>
            </a:r>
            <a:r>
              <a:rPr lang="en-US" sz="2800" dirty="0" err="1" smtClean="0"/>
              <a:t>Viết</a:t>
            </a:r>
            <a:r>
              <a:rPr lang="en-US" sz="2800" dirty="0" smtClean="0"/>
              <a:t> </a:t>
            </a:r>
            <a:r>
              <a:rPr lang="en-US" sz="2800" dirty="0"/>
              <a:t>code </a:t>
            </a:r>
            <a:r>
              <a:rPr lang="en-US" sz="2800" dirty="0" err="1" smtClean="0"/>
              <a:t>cho</a:t>
            </a:r>
            <a:r>
              <a:rPr lang="en-US" sz="2800" dirty="0" smtClean="0"/>
              <a:t> website </a:t>
            </a:r>
            <a:r>
              <a:rPr lang="en-US" sz="2800" dirty="0" err="1"/>
              <a:t>báo</a:t>
            </a:r>
            <a:r>
              <a:rPr lang="en-US" sz="2800" dirty="0"/>
              <a:t> </a:t>
            </a:r>
            <a:r>
              <a:rPr lang="en-US" sz="2800" dirty="0" err="1"/>
              <a:t>tường</a:t>
            </a:r>
            <a:r>
              <a:rPr lang="en-US" sz="2800" dirty="0"/>
              <a:t> </a:t>
            </a:r>
            <a:endParaRPr lang="en-US" sz="2800" dirty="0" smtClean="0"/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Nguyễn</a:t>
            </a:r>
            <a:r>
              <a:rPr lang="en-US" sz="2800" dirty="0" smtClean="0"/>
              <a:t> </a:t>
            </a:r>
            <a:r>
              <a:rPr lang="en-US" sz="2800" dirty="0" err="1" smtClean="0"/>
              <a:t>Quý</a:t>
            </a:r>
            <a:r>
              <a:rPr lang="en-US" sz="2800" dirty="0" smtClean="0"/>
              <a:t> </a:t>
            </a:r>
            <a:r>
              <a:rPr lang="en-US" sz="2800" dirty="0" err="1" smtClean="0"/>
              <a:t>Kỳ</a:t>
            </a:r>
            <a:r>
              <a:rPr lang="en-US" sz="2800" dirty="0" smtClean="0"/>
              <a:t> An-</a:t>
            </a:r>
            <a:r>
              <a:rPr lang="en-US" sz="2800" dirty="0" err="1" smtClean="0"/>
              <a:t>12A1</a:t>
            </a:r>
            <a:r>
              <a:rPr lang="en-US" sz="2800" dirty="0"/>
              <a:t> </a:t>
            </a:r>
            <a:r>
              <a:rPr lang="en-US" sz="2800" dirty="0" smtClean="0"/>
              <a:t>: </a:t>
            </a:r>
            <a:r>
              <a:rPr lang="en-US" sz="2800" dirty="0" err="1" smtClean="0"/>
              <a:t>Làm</a:t>
            </a:r>
            <a:r>
              <a:rPr lang="en-US" sz="2800" dirty="0" smtClean="0"/>
              <a:t> </a:t>
            </a:r>
            <a:r>
              <a:rPr lang="en-US" sz="2800" dirty="0" err="1" smtClean="0"/>
              <a:t>và</a:t>
            </a:r>
            <a:r>
              <a:rPr lang="en-US" sz="2800" dirty="0" smtClean="0"/>
              <a:t> </a:t>
            </a:r>
            <a:r>
              <a:rPr lang="en-US" sz="2800" dirty="0" err="1" smtClean="0"/>
              <a:t>chỉnh</a:t>
            </a:r>
            <a:r>
              <a:rPr lang="en-US" sz="2800" dirty="0" smtClean="0"/>
              <a:t> </a:t>
            </a:r>
            <a:r>
              <a:rPr lang="en-US" sz="2800" dirty="0" err="1"/>
              <a:t>sửa</a:t>
            </a:r>
            <a:r>
              <a:rPr lang="en-US" sz="2800" dirty="0"/>
              <a:t> slide </a:t>
            </a:r>
            <a:r>
              <a:rPr lang="en-US" sz="2800" dirty="0" err="1"/>
              <a:t>báo</a:t>
            </a:r>
            <a:r>
              <a:rPr lang="en-US" sz="2800" dirty="0"/>
              <a:t> </a:t>
            </a:r>
            <a:r>
              <a:rPr lang="en-US" sz="2800" dirty="0" err="1"/>
              <a:t>cáo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/>
              <a:t>Kế</a:t>
            </a:r>
            <a:r>
              <a:rPr lang="en-US" sz="2800" dirty="0"/>
              <a:t> </a:t>
            </a:r>
            <a:r>
              <a:rPr lang="en-US" sz="2800" dirty="0" err="1"/>
              <a:t>hoạch</a:t>
            </a:r>
            <a:r>
              <a:rPr lang="en-US" sz="2800" dirty="0"/>
              <a:t>( </a:t>
            </a:r>
            <a:r>
              <a:rPr lang="en-US" sz="2800" dirty="0" err="1"/>
              <a:t>triển</a:t>
            </a:r>
            <a:r>
              <a:rPr lang="en-US" sz="2800" dirty="0"/>
              <a:t> </a:t>
            </a:r>
            <a:r>
              <a:rPr lang="en-US" sz="2800" dirty="0" err="1"/>
              <a:t>khai</a:t>
            </a:r>
            <a:r>
              <a:rPr lang="en-US" sz="2800" dirty="0"/>
              <a:t> </a:t>
            </a:r>
            <a:r>
              <a:rPr lang="en-US" sz="2800" dirty="0" err="1"/>
              <a:t>trong</a:t>
            </a:r>
            <a:r>
              <a:rPr lang="en-US" sz="2800" dirty="0"/>
              <a:t> </a:t>
            </a:r>
            <a:r>
              <a:rPr lang="en-US" sz="2800" dirty="0" smtClean="0"/>
              <a:t>4 </a:t>
            </a:r>
            <a:r>
              <a:rPr lang="en-US" sz="2800" dirty="0" err="1" smtClean="0"/>
              <a:t>ngày</a:t>
            </a:r>
            <a:r>
              <a:rPr lang="en-US" sz="2800" dirty="0" smtClean="0"/>
              <a:t>):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Ngày</a:t>
            </a:r>
            <a:r>
              <a:rPr lang="en-US" sz="2800" dirty="0" smtClean="0"/>
              <a:t> </a:t>
            </a:r>
            <a:r>
              <a:rPr lang="en-US" sz="2800" dirty="0"/>
              <a:t>1: </a:t>
            </a:r>
            <a:r>
              <a:rPr lang="en-US" sz="2800" dirty="0" err="1"/>
              <a:t>Chọn</a:t>
            </a:r>
            <a:r>
              <a:rPr lang="en-US" sz="2800" dirty="0"/>
              <a:t> </a:t>
            </a:r>
            <a:r>
              <a:rPr lang="en-US" sz="2800" dirty="0" err="1"/>
              <a:t>chủ</a:t>
            </a:r>
            <a:r>
              <a:rPr lang="en-US" sz="2800" dirty="0"/>
              <a:t> </a:t>
            </a:r>
            <a:r>
              <a:rPr lang="en-US" sz="2800" dirty="0" err="1"/>
              <a:t>đề</a:t>
            </a:r>
            <a:r>
              <a:rPr lang="en-US" sz="2800" dirty="0"/>
              <a:t>, </a:t>
            </a:r>
            <a:r>
              <a:rPr lang="en-US" sz="2800" dirty="0" err="1"/>
              <a:t>lên</a:t>
            </a:r>
            <a:r>
              <a:rPr lang="en-US" sz="2800" dirty="0"/>
              <a:t> ý </a:t>
            </a:r>
            <a:r>
              <a:rPr lang="en-US" sz="2800" dirty="0" err="1"/>
              <a:t>tưởng</a:t>
            </a:r>
            <a:r>
              <a:rPr lang="en-US" sz="2800" dirty="0"/>
              <a:t>, </a:t>
            </a:r>
            <a:r>
              <a:rPr lang="en-US" sz="2800" dirty="0" err="1"/>
              <a:t>phân</a:t>
            </a:r>
            <a:r>
              <a:rPr lang="en-US" sz="2800" dirty="0"/>
              <a:t> chia </a:t>
            </a:r>
            <a:r>
              <a:rPr lang="en-US" sz="2800" dirty="0" err="1"/>
              <a:t>công</a:t>
            </a:r>
            <a:r>
              <a:rPr lang="en-US" sz="2800" dirty="0"/>
              <a:t> </a:t>
            </a:r>
            <a:r>
              <a:rPr lang="en-US" sz="2800" dirty="0" err="1"/>
              <a:t>việc</a:t>
            </a:r>
            <a:endParaRPr lang="en-US" sz="2800" dirty="0"/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Ngày</a:t>
            </a:r>
            <a:r>
              <a:rPr lang="en-US" sz="2800" dirty="0" smtClean="0"/>
              <a:t> </a:t>
            </a:r>
            <a:r>
              <a:rPr lang="en-US" sz="2800" dirty="0"/>
              <a:t>2,3: </a:t>
            </a:r>
            <a:r>
              <a:rPr lang="en-US" sz="2800" dirty="0" err="1"/>
              <a:t>Viết</a:t>
            </a:r>
            <a:r>
              <a:rPr lang="en-US" sz="2800" dirty="0"/>
              <a:t> code, </a:t>
            </a:r>
            <a:r>
              <a:rPr lang="en-US" sz="2800" dirty="0" err="1"/>
              <a:t>thử</a:t>
            </a:r>
            <a:r>
              <a:rPr lang="en-US" sz="2800" dirty="0"/>
              <a:t>, </a:t>
            </a:r>
            <a:r>
              <a:rPr lang="en-US" sz="2800" dirty="0" err="1"/>
              <a:t>chỉnh</a:t>
            </a:r>
            <a:r>
              <a:rPr lang="en-US" sz="2800" dirty="0"/>
              <a:t> </a:t>
            </a:r>
            <a:r>
              <a:rPr lang="en-US" sz="2800" dirty="0" err="1"/>
              <a:t>sửa</a:t>
            </a:r>
            <a:r>
              <a:rPr lang="en-US" sz="2800" dirty="0"/>
              <a:t>, </a:t>
            </a:r>
            <a:r>
              <a:rPr lang="en-US" sz="2800" dirty="0" err="1"/>
              <a:t>cải</a:t>
            </a:r>
            <a:r>
              <a:rPr lang="en-US" sz="2800" dirty="0"/>
              <a:t> </a:t>
            </a:r>
            <a:r>
              <a:rPr lang="en-US" sz="2800" dirty="0" err="1"/>
              <a:t>thiện</a:t>
            </a:r>
            <a:r>
              <a:rPr lang="en-US" sz="2800" dirty="0"/>
              <a:t> </a:t>
            </a:r>
          </a:p>
          <a:p>
            <a:pPr marL="285750" indent="-285750">
              <a:buFontTx/>
              <a:buChar char="-"/>
            </a:pPr>
            <a:r>
              <a:rPr lang="en-US" sz="2800" dirty="0" err="1" smtClean="0"/>
              <a:t>Ngày</a:t>
            </a:r>
            <a:r>
              <a:rPr lang="en-US" sz="2800" dirty="0" smtClean="0"/>
              <a:t> </a:t>
            </a:r>
            <a:r>
              <a:rPr lang="en-US" sz="2800" dirty="0"/>
              <a:t>4: </a:t>
            </a:r>
            <a:r>
              <a:rPr lang="en-US" sz="2800" dirty="0" err="1"/>
              <a:t>Làm</a:t>
            </a:r>
            <a:r>
              <a:rPr lang="en-US" sz="2800" dirty="0"/>
              <a:t> </a:t>
            </a:r>
            <a:r>
              <a:rPr lang="en-US" sz="2800" dirty="0" err="1" smtClean="0"/>
              <a:t>và</a:t>
            </a:r>
            <a:r>
              <a:rPr lang="en-US" sz="2800" dirty="0" smtClean="0"/>
              <a:t> </a:t>
            </a:r>
            <a:r>
              <a:rPr lang="en-US" sz="2800" dirty="0" err="1" smtClean="0"/>
              <a:t>chỉnh</a:t>
            </a:r>
            <a:r>
              <a:rPr lang="en-US" sz="2800" dirty="0" smtClean="0"/>
              <a:t> </a:t>
            </a:r>
            <a:r>
              <a:rPr lang="en-US" sz="2800" dirty="0" err="1" smtClean="0"/>
              <a:t>sửa</a:t>
            </a:r>
            <a:r>
              <a:rPr lang="en-US" sz="2800" dirty="0" smtClean="0"/>
              <a:t> slide </a:t>
            </a:r>
            <a:r>
              <a:rPr lang="en-US" sz="2800" dirty="0" err="1"/>
              <a:t>báo</a:t>
            </a:r>
            <a:r>
              <a:rPr lang="en-US" sz="2800" dirty="0"/>
              <a:t> </a:t>
            </a:r>
            <a:r>
              <a:rPr lang="en-US" sz="2800" dirty="0" err="1"/>
              <a:t>cáo</a:t>
            </a:r>
            <a:endParaRPr lang="en-US" sz="2800" dirty="0"/>
          </a:p>
          <a:p>
            <a:endParaRPr lang="vi-VN" sz="2800" dirty="0"/>
          </a:p>
        </p:txBody>
      </p:sp>
    </p:spTree>
    <p:extLst>
      <p:ext uri="{BB962C8B-B14F-4D97-AF65-F5344CB8AC3E}">
        <p14:creationId xmlns:p14="http://schemas.microsoft.com/office/powerpoint/2010/main" val="38046385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Ý TƯỞNG TỔ CHỨC NỘI DUNG TRANG WEB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13776718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0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CÁC KĨ THUẬT NHÓM ĐÃ ÁP DỤNG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" name="Content Placeholder 2"/>
          <p:cNvSpPr txBox="1">
            <a:spLocks/>
          </p:cNvSpPr>
          <p:nvPr/>
        </p:nvSpPr>
        <p:spPr>
          <a:xfrm>
            <a:off x="651164" y="980498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tổ chức cấu trúc: Sử dụng lệnh &lt; div class=“”&gt;  giúp quản lý và định dạng bằng CSS dễ dàng hơn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phân tầng văn bản: Sử dụng các lệnh như &lt;h1&gt; &lt;h2&gt; &lt;h3&gt; &lt;h4&gt; dành có các tiêu đề từ lớn đến nhỏ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đa phương tiện: sử dụng các thẻ &lt;img&gt; và &lt;video&gt; để chèn ảnh và video vào báo tường, đồng thời sử dụng thuộc tính controls để người đọc có thể tạm dừng và tua video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bố cục Linh hoạt: Sử dụng class flex-container, left-col, right-col để chia báo thành 2 phần làm bố cục ở góc ảnh và góc video trở nên hài hòa.</a:t>
            </a:r>
          </a:p>
          <a:p>
            <a:pPr marL="342900" indent="-342900" algn="l">
              <a:buFont typeface="+mj-lt"/>
              <a:buAutoNum type="arabicPeriod"/>
            </a:pPr>
            <a:r>
              <a:rPr lang="en-US" smtClean="0"/>
              <a:t>Kỹ thuật tương tác: Sử dụng thẻ &lt;form&gt;, &lt;input&gt;, &lt;textarea&gt; để tạo phần bình luận nhằm tăng tương tác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73073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 txBox="1">
            <a:spLocks/>
          </p:cNvSpPr>
          <p:nvPr/>
        </p:nvSpPr>
        <p:spPr>
          <a:xfrm>
            <a:off x="1842654" y="1925782"/>
            <a:ext cx="8626764" cy="4391170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 err="1" smtClean="0"/>
              <a:t>Nội</a:t>
            </a:r>
            <a:r>
              <a:rPr lang="en-US" dirty="0" smtClean="0"/>
              <a:t> Dung: </a:t>
            </a:r>
            <a:r>
              <a:rPr lang="en-US" dirty="0" err="1" smtClean="0"/>
              <a:t>Truyền</a:t>
            </a:r>
            <a:r>
              <a:rPr lang="en-US" dirty="0" smtClean="0"/>
              <a:t> </a:t>
            </a:r>
            <a:r>
              <a:rPr lang="en-US" dirty="0" err="1" smtClean="0"/>
              <a:t>tải</a:t>
            </a:r>
            <a:r>
              <a:rPr lang="en-US" dirty="0" smtClean="0"/>
              <a:t> </a:t>
            </a:r>
            <a:r>
              <a:rPr lang="en-US" dirty="0" err="1" smtClean="0"/>
              <a:t>được</a:t>
            </a:r>
            <a:r>
              <a:rPr lang="en-US" dirty="0" smtClean="0"/>
              <a:t> </a:t>
            </a:r>
            <a:r>
              <a:rPr lang="en-US" dirty="0" err="1" smtClean="0"/>
              <a:t>thông</a:t>
            </a:r>
            <a:r>
              <a:rPr lang="en-US" dirty="0" smtClean="0"/>
              <a:t> </a:t>
            </a:r>
            <a:r>
              <a:rPr lang="en-US" dirty="0" err="1" smtClean="0"/>
              <a:t>điệp</a:t>
            </a:r>
            <a:r>
              <a:rPr lang="en-US" dirty="0" smtClean="0"/>
              <a:t> </a:t>
            </a:r>
            <a:r>
              <a:rPr lang="en-US" dirty="0" err="1" smtClean="0"/>
              <a:t>sâu</a:t>
            </a:r>
            <a:r>
              <a:rPr lang="en-US" dirty="0" smtClean="0"/>
              <a:t> </a:t>
            </a:r>
            <a:r>
              <a:rPr lang="en-US" dirty="0" err="1" smtClean="0"/>
              <a:t>sắc</a:t>
            </a:r>
            <a:r>
              <a:rPr lang="en-US" dirty="0" smtClean="0"/>
              <a:t> </a:t>
            </a:r>
            <a:r>
              <a:rPr lang="en-US" dirty="0" err="1" smtClean="0"/>
              <a:t>đến</a:t>
            </a:r>
            <a:r>
              <a:rPr lang="en-US" dirty="0" smtClean="0"/>
              <a:t> </a:t>
            </a:r>
            <a:r>
              <a:rPr lang="en-US" dirty="0" err="1" smtClean="0"/>
              <a:t>người</a:t>
            </a:r>
            <a:r>
              <a:rPr lang="en-US" dirty="0" smtClean="0"/>
              <a:t> </a:t>
            </a:r>
            <a:r>
              <a:rPr lang="en-US" dirty="0" err="1" smtClean="0"/>
              <a:t>đọc</a:t>
            </a:r>
            <a:r>
              <a:rPr lang="en-US" dirty="0" smtClean="0"/>
              <a:t>, </a:t>
            </a:r>
            <a:r>
              <a:rPr lang="en-US" dirty="0" err="1" smtClean="0"/>
              <a:t>thành</a:t>
            </a:r>
            <a:r>
              <a:rPr lang="en-US" dirty="0" smtClean="0"/>
              <a:t>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gửi</a:t>
            </a:r>
            <a:r>
              <a:rPr lang="en-US" dirty="0" smtClean="0"/>
              <a:t> </a:t>
            </a:r>
            <a:r>
              <a:rPr lang="en-US" dirty="0" err="1" smtClean="0"/>
              <a:t>lời</a:t>
            </a:r>
            <a:r>
              <a:rPr lang="en-US" dirty="0" smtClean="0"/>
              <a:t> tri </a:t>
            </a:r>
            <a:r>
              <a:rPr lang="en-US" dirty="0" err="1" smtClean="0"/>
              <a:t>ân</a:t>
            </a:r>
            <a:r>
              <a:rPr lang="en-US" dirty="0" smtClean="0"/>
              <a:t> </a:t>
            </a:r>
            <a:r>
              <a:rPr lang="en-US" dirty="0" err="1" smtClean="0"/>
              <a:t>đến</a:t>
            </a:r>
            <a:r>
              <a:rPr lang="en-US" dirty="0" smtClean="0"/>
              <a:t> </a:t>
            </a:r>
            <a:r>
              <a:rPr lang="en-US" dirty="0" err="1" smtClean="0"/>
              <a:t>phái</a:t>
            </a:r>
            <a:r>
              <a:rPr lang="en-US" dirty="0" smtClean="0"/>
              <a:t> </a:t>
            </a:r>
            <a:r>
              <a:rPr lang="en-US" dirty="0" err="1" smtClean="0"/>
              <a:t>đẹp</a:t>
            </a:r>
            <a:r>
              <a:rPr lang="en-US" dirty="0" smtClean="0"/>
              <a:t>. </a:t>
            </a:r>
            <a:r>
              <a:rPr lang="en-US" dirty="0" err="1" smtClean="0"/>
              <a:t>Báo</a:t>
            </a:r>
            <a:r>
              <a:rPr lang="en-US" dirty="0" smtClean="0"/>
              <a:t> </a:t>
            </a:r>
            <a:r>
              <a:rPr lang="en-US" dirty="0" err="1" smtClean="0"/>
              <a:t>tường</a:t>
            </a:r>
            <a:r>
              <a:rPr lang="en-US" dirty="0" smtClean="0"/>
              <a:t> </a:t>
            </a:r>
            <a:r>
              <a:rPr lang="en-US" smtClean="0"/>
              <a:t>còn </a:t>
            </a:r>
            <a:r>
              <a:rPr lang="en-US" dirty="0" err="1" smtClean="0"/>
              <a:t>thành</a:t>
            </a:r>
            <a:r>
              <a:rPr lang="en-US" dirty="0" smtClean="0"/>
              <a:t> </a:t>
            </a:r>
            <a:r>
              <a:rPr lang="en-US" dirty="0" err="1" smtClean="0"/>
              <a:t>công</a:t>
            </a:r>
            <a:r>
              <a:rPr lang="en-US" dirty="0" smtClean="0"/>
              <a:t> </a:t>
            </a:r>
            <a:r>
              <a:rPr lang="en-US" dirty="0" err="1" smtClean="0"/>
              <a:t>trong</a:t>
            </a:r>
            <a:r>
              <a:rPr lang="en-US" dirty="0" smtClean="0"/>
              <a:t> </a:t>
            </a:r>
            <a:r>
              <a:rPr lang="en-US" dirty="0" err="1" smtClean="0"/>
              <a:t>việc</a:t>
            </a:r>
            <a:r>
              <a:rPr lang="en-US" dirty="0" smtClean="0"/>
              <a:t> </a:t>
            </a:r>
            <a:r>
              <a:rPr lang="en-US" dirty="0" err="1" smtClean="0"/>
              <a:t>tạo</a:t>
            </a:r>
            <a:r>
              <a:rPr lang="en-US" dirty="0" smtClean="0"/>
              <a:t> </a:t>
            </a:r>
            <a:r>
              <a:rPr lang="en-US" dirty="0" err="1" smtClean="0"/>
              <a:t>ra</a:t>
            </a:r>
            <a:r>
              <a:rPr lang="en-US" dirty="0" smtClean="0"/>
              <a:t> </a:t>
            </a:r>
            <a:r>
              <a:rPr lang="en-US" dirty="0" err="1" smtClean="0"/>
              <a:t>sự</a:t>
            </a:r>
            <a:r>
              <a:rPr lang="en-US" dirty="0" smtClean="0"/>
              <a:t> </a:t>
            </a:r>
            <a:r>
              <a:rPr lang="en-US" dirty="0" err="1" smtClean="0"/>
              <a:t>tương</a:t>
            </a:r>
            <a:r>
              <a:rPr lang="en-US" dirty="0" smtClean="0"/>
              <a:t> </a:t>
            </a:r>
            <a:r>
              <a:rPr lang="en-US" dirty="0" err="1" smtClean="0"/>
              <a:t>tác</a:t>
            </a:r>
            <a:r>
              <a:rPr lang="en-US" dirty="0" smtClean="0"/>
              <a:t> </a:t>
            </a:r>
            <a:r>
              <a:rPr lang="en-US" dirty="0" err="1" smtClean="0"/>
              <a:t>với</a:t>
            </a:r>
            <a:r>
              <a:rPr lang="en-US" dirty="0" smtClean="0"/>
              <a:t> </a:t>
            </a:r>
            <a:r>
              <a:rPr lang="en-US" dirty="0" err="1" smtClean="0"/>
              <a:t>người</a:t>
            </a:r>
            <a:r>
              <a:rPr lang="en-US" dirty="0" smtClean="0"/>
              <a:t> </a:t>
            </a:r>
            <a:r>
              <a:rPr lang="en-US" dirty="0" err="1" smtClean="0"/>
              <a:t>truy</a:t>
            </a:r>
            <a:r>
              <a:rPr lang="en-US" dirty="0" smtClean="0"/>
              <a:t> </a:t>
            </a:r>
            <a:r>
              <a:rPr lang="en-US" dirty="0" err="1" smtClean="0"/>
              <a:t>cập</a:t>
            </a:r>
            <a:r>
              <a:rPr lang="en-US" dirty="0" smtClean="0"/>
              <a:t> </a:t>
            </a:r>
            <a:r>
              <a:rPr lang="en-US" dirty="0" err="1" smtClean="0"/>
              <a:t>trang</a:t>
            </a:r>
            <a:r>
              <a:rPr lang="en-US" dirty="0" smtClean="0"/>
              <a:t> web.</a:t>
            </a:r>
          </a:p>
          <a:p>
            <a:r>
              <a:rPr lang="en-US" dirty="0" err="1" smtClean="0"/>
              <a:t>Tính</a:t>
            </a:r>
            <a:r>
              <a:rPr lang="en-US" dirty="0" smtClean="0"/>
              <a:t> </a:t>
            </a:r>
            <a:r>
              <a:rPr lang="en-US" dirty="0" err="1" smtClean="0"/>
              <a:t>thẩm</a:t>
            </a:r>
            <a:r>
              <a:rPr lang="en-US" dirty="0" smtClean="0"/>
              <a:t> </a:t>
            </a:r>
            <a:r>
              <a:rPr lang="en-US" dirty="0" err="1" smtClean="0"/>
              <a:t>mỹ</a:t>
            </a:r>
            <a:r>
              <a:rPr lang="en-US" dirty="0" smtClean="0"/>
              <a:t>: </a:t>
            </a:r>
            <a:r>
              <a:rPr lang="en-US" dirty="0" err="1" smtClean="0"/>
              <a:t>Báo</a:t>
            </a:r>
            <a:r>
              <a:rPr lang="en-US" dirty="0" smtClean="0"/>
              <a:t> </a:t>
            </a:r>
            <a:r>
              <a:rPr lang="en-US" dirty="0" err="1" smtClean="0"/>
              <a:t>tường</a:t>
            </a:r>
            <a:r>
              <a:rPr lang="en-US" dirty="0" smtClean="0"/>
              <a:t> chia </a:t>
            </a:r>
            <a:r>
              <a:rPr lang="en-US" dirty="0" err="1" smtClean="0"/>
              <a:t>bố</a:t>
            </a:r>
            <a:r>
              <a:rPr lang="en-US" dirty="0" smtClean="0"/>
              <a:t> </a:t>
            </a:r>
            <a:r>
              <a:rPr lang="en-US" dirty="0" err="1" smtClean="0"/>
              <a:t>cục</a:t>
            </a:r>
            <a:r>
              <a:rPr lang="en-US" dirty="0" smtClean="0"/>
              <a:t> </a:t>
            </a:r>
            <a:r>
              <a:rPr lang="en-US" dirty="0" err="1" smtClean="0"/>
              <a:t>hợp</a:t>
            </a:r>
            <a:r>
              <a:rPr lang="en-US" dirty="0" smtClean="0"/>
              <a:t> </a:t>
            </a:r>
            <a:r>
              <a:rPr lang="en-US" dirty="0" err="1" smtClean="0"/>
              <a:t>lý</a:t>
            </a:r>
            <a:r>
              <a:rPr lang="en-US" dirty="0" smtClean="0"/>
              <a:t> </a:t>
            </a:r>
            <a:r>
              <a:rPr lang="en-US" dirty="0" err="1" smtClean="0"/>
              <a:t>nhưng</a:t>
            </a:r>
            <a:r>
              <a:rPr lang="en-US" dirty="0" smtClean="0"/>
              <a:t> </a:t>
            </a:r>
            <a:r>
              <a:rPr lang="en-US" dirty="0" err="1" smtClean="0"/>
              <a:t>vẫn</a:t>
            </a:r>
            <a:r>
              <a:rPr lang="en-US" dirty="0" smtClean="0"/>
              <a:t> </a:t>
            </a:r>
            <a:r>
              <a:rPr lang="en-US" dirty="0" err="1" smtClean="0"/>
              <a:t>còn</a:t>
            </a:r>
            <a:r>
              <a:rPr lang="en-US" dirty="0" smtClean="0"/>
              <a:t> </a:t>
            </a:r>
            <a:r>
              <a:rPr lang="en-US" dirty="0" err="1" smtClean="0"/>
              <a:t>hạn</a:t>
            </a:r>
            <a:r>
              <a:rPr lang="en-US" dirty="0" smtClean="0"/>
              <a:t> </a:t>
            </a:r>
            <a:r>
              <a:rPr lang="en-US" dirty="0" err="1" smtClean="0"/>
              <a:t>chế</a:t>
            </a:r>
            <a:r>
              <a:rPr lang="en-US" dirty="0" smtClean="0"/>
              <a:t>. </a:t>
            </a:r>
            <a:r>
              <a:rPr lang="en-US" dirty="0" err="1" smtClean="0"/>
              <a:t>Màu</a:t>
            </a:r>
            <a:r>
              <a:rPr lang="en-US" dirty="0" smtClean="0"/>
              <a:t> </a:t>
            </a:r>
            <a:r>
              <a:rPr lang="en-US" dirty="0" err="1" smtClean="0"/>
              <a:t>sắc</a:t>
            </a:r>
            <a:r>
              <a:rPr lang="en-US" dirty="0" smtClean="0"/>
              <a:t> </a:t>
            </a:r>
            <a:r>
              <a:rPr lang="en-US" dirty="0" err="1" smtClean="0"/>
              <a:t>của</a:t>
            </a:r>
            <a:r>
              <a:rPr lang="en-US" dirty="0" smtClean="0"/>
              <a:t> </a:t>
            </a:r>
            <a:r>
              <a:rPr lang="en-US" dirty="0" err="1" smtClean="0"/>
              <a:t>trang</a:t>
            </a:r>
            <a:r>
              <a:rPr lang="en-US" dirty="0" smtClean="0"/>
              <a:t> web </a:t>
            </a:r>
            <a:r>
              <a:rPr lang="en-US" dirty="0" err="1" smtClean="0"/>
              <a:t>còn</a:t>
            </a:r>
            <a:r>
              <a:rPr lang="en-US" dirty="0" smtClean="0"/>
              <a:t> </a:t>
            </a:r>
            <a:r>
              <a:rPr lang="en-US" dirty="0" err="1" smtClean="0"/>
              <a:t>đơn</a:t>
            </a:r>
            <a:r>
              <a:rPr lang="en-US" dirty="0" smtClean="0"/>
              <a:t> </a:t>
            </a:r>
            <a:r>
              <a:rPr lang="en-US" dirty="0" err="1" smtClean="0"/>
              <a:t>giản</a:t>
            </a:r>
            <a:r>
              <a:rPr lang="en-US" dirty="0" smtClean="0"/>
              <a:t> </a:t>
            </a:r>
            <a:r>
              <a:rPr lang="en-US" dirty="0" err="1" smtClean="0"/>
              <a:t>chưa</a:t>
            </a:r>
            <a:r>
              <a:rPr lang="en-US" dirty="0" smtClean="0"/>
              <a:t> </a:t>
            </a:r>
            <a:r>
              <a:rPr lang="en-US" dirty="0" err="1" smtClean="0"/>
              <a:t>đặc</a:t>
            </a:r>
            <a:r>
              <a:rPr lang="en-US" dirty="0" smtClean="0"/>
              <a:t> </a:t>
            </a:r>
            <a:r>
              <a:rPr lang="en-US" dirty="0" err="1" smtClean="0"/>
              <a:t>sắc</a:t>
            </a:r>
            <a:r>
              <a:rPr lang="en-US" dirty="0" smtClean="0"/>
              <a:t>.</a:t>
            </a:r>
          </a:p>
          <a:p>
            <a:endParaRPr lang="en-US" dirty="0"/>
          </a:p>
        </p:txBody>
      </p:sp>
      <p:sp>
        <p:nvSpPr>
          <p:cNvPr id="3" name="TextBox 2"/>
          <p:cNvSpPr txBox="1"/>
          <p:nvPr/>
        </p:nvSpPr>
        <p:spPr>
          <a:xfrm>
            <a:off x="0" y="124691"/>
            <a:ext cx="1181792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vi-VN" sz="3200" dirty="0" smtClean="0"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ĐÁNH GIÁ MỨC ĐỘ HOÀN THIỆN CỦA SẢN PHẨM </a:t>
            </a:r>
            <a:endParaRPr lang="vi-VN" sz="3200" dirty="0"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6771570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50</TotalTime>
  <Words>367</Words>
  <Application>Microsoft Office PowerPoint</Application>
  <PresentationFormat>Widescreen</PresentationFormat>
  <Paragraphs>25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Calibri Light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admin</cp:lastModifiedBy>
  <cp:revision>6</cp:revision>
  <dcterms:created xsi:type="dcterms:W3CDTF">2026-03-17T22:36:53Z</dcterms:created>
  <dcterms:modified xsi:type="dcterms:W3CDTF">2026-03-17T23:29:27Z</dcterms:modified>
</cp:coreProperties>
</file>